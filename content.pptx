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ru/d4Z4TdmV5GLliANwIkENPk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E9CA0B-0CA7-4828-A7C6-7CDEF513AC55}">
  <a:tblStyle styleId="{5BE9CA0B-0CA7-4828-A7C6-7CDEF513AC5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472C4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E0575DF-75ED-4A99-BA37-86D99FB514D6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B9BD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B9BD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422473C-3D7D-4B86-9188-FEC452103ED7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549A8BC-E836-4292-9D4D-7CAF7864BACC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ED8C268-03AD-41DB-9BE1-715C300F69A7}" styleName="Table_4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78" name="Google Shape;37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86" name="Google Shape;3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95" name="Google Shape;3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30c2a66a8b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230c2a66a8b_1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highlight>
                  <a:schemeClr val="lt1"/>
                </a:highlight>
              </a:rPr>
              <a:t>Who: External &amp; Internal Project Team </a:t>
            </a:r>
            <a:endParaRPr sz="1300" b="1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highlight>
                  <a:schemeClr val="lt1"/>
                </a:highlight>
              </a:rPr>
              <a:t>What: Project Status Report</a:t>
            </a:r>
            <a:endParaRPr sz="1300" b="1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highlight>
                  <a:schemeClr val="lt1"/>
                </a:highlight>
              </a:rPr>
              <a:t>When: Weekly</a:t>
            </a:r>
            <a:endParaRPr sz="1300" b="1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highlight>
                  <a:schemeClr val="lt1"/>
                </a:highlight>
              </a:rPr>
              <a:t>Why: Keeps project stakeholders informed on a weekly basis on critical aspects of the project such as scope, schedule, risks, issues, and next steps. </a:t>
            </a:r>
            <a:endParaRPr sz="1300" b="1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highlight>
                  <a:schemeClr val="lt1"/>
                </a:highlight>
              </a:rPr>
              <a:t>Mandatory: Yes (all projects)</a:t>
            </a:r>
            <a:endParaRPr sz="1300" b="1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highlight>
                  <a:schemeClr val="accent4"/>
                </a:highlight>
              </a:rPr>
              <a:t>RAG Status Key:</a:t>
            </a:r>
            <a:endParaRPr>
              <a:highlight>
                <a:schemeClr val="accent4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highlight>
                  <a:schemeClr val="accent4"/>
                </a:highlight>
              </a:rPr>
              <a:t>Red - Not On Track</a:t>
            </a:r>
            <a:endParaRPr>
              <a:highlight>
                <a:schemeClr val="accent4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highlight>
                  <a:schemeClr val="accent4"/>
                </a:highlight>
              </a:rPr>
              <a:t>Amber - At Risk</a:t>
            </a:r>
            <a:endParaRPr>
              <a:highlight>
                <a:schemeClr val="accent4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highlight>
                  <a:schemeClr val="accent4"/>
                </a:highlight>
              </a:rPr>
              <a:t>Green - On Track</a:t>
            </a:r>
            <a:endParaRPr>
              <a:highlight>
                <a:schemeClr val="accent4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highlight>
                  <a:schemeClr val="accent4"/>
                </a:highlight>
              </a:rPr>
              <a:t>Blue - Complete</a:t>
            </a:r>
            <a:endParaRPr>
              <a:highlight>
                <a:schemeClr val="accent4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highlight>
                  <a:schemeClr val="accent4"/>
                </a:highlight>
              </a:rPr>
              <a:t>Gray - Not Started</a:t>
            </a:r>
            <a:endParaRPr>
              <a:highlight>
                <a:schemeClr val="accent4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highlight>
                <a:schemeClr val="accent4"/>
              </a:highlight>
            </a:endParaRPr>
          </a:p>
        </p:txBody>
      </p:sp>
      <p:sp>
        <p:nvSpPr>
          <p:cNvPr id="403" name="Google Shape;403;g230c2a66a8b_1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798b8b61a5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g2798b8b61a5_0_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" name="Google Shape;419;g2798b8b61a5_0_4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f9ba99196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26" name="Google Shape;426;g1f9ba9919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aa72486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25aa72486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An overview of the deployed architecture and key facts - diagram stays generic (custom diagram will be in design document) </a:t>
            </a:r>
            <a:endParaRPr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Numbers on the diagram help to orient the conversation, </a:t>
            </a:r>
            <a:endParaRPr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25aa72486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2d409210c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g22d409210c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5aa72486d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g25aa72486d4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Next Short- and Long-Term Activities</a:t>
            </a:r>
            <a:endParaRPr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additional resources and/or expertise are required to complete any of the recommendations above,customer should consider engaging Zscaler Professional Services to assist with this effort.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5aa72486d4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30" name="Google Shape;5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40" name="Google Shape;5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04">
  <p:cSld name="Title-04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6" descr="A group of people in an offic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93405" y="0"/>
            <a:ext cx="77985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17402" cy="6877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6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subTitle" idx="1"/>
          </p:nvPr>
        </p:nvSpPr>
        <p:spPr>
          <a:xfrm>
            <a:off x="315913" y="3586975"/>
            <a:ext cx="57420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574198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" name="Google Shape;2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011" y="384757"/>
            <a:ext cx="1918867" cy="399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25" name="Google Shape;2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8875" y="322000"/>
            <a:ext cx="2676327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01">
  <p:cSld name="1_Title-01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"/>
            <a:ext cx="935915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7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subTitle" idx="1"/>
          </p:nvPr>
        </p:nvSpPr>
        <p:spPr>
          <a:xfrm>
            <a:off x="315913" y="3602037"/>
            <a:ext cx="5741987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574198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234" y="384757"/>
            <a:ext cx="1918867" cy="39949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vider-left-blu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ctrTitle"/>
          </p:nvPr>
        </p:nvSpPr>
        <p:spPr>
          <a:xfrm>
            <a:off x="315914" y="1408113"/>
            <a:ext cx="11553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ubTitle" idx="1"/>
          </p:nvPr>
        </p:nvSpPr>
        <p:spPr>
          <a:xfrm>
            <a:off x="315914" y="3887788"/>
            <a:ext cx="1155382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7" name="Google Shape;37;p28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8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-Content-1 Col-watermark">
  <p:cSld name="1_Title-Content-1 Col-watermar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5"/>
          <p:cNvGrpSpPr/>
          <p:nvPr/>
        </p:nvGrpSpPr>
        <p:grpSpPr>
          <a:xfrm>
            <a:off x="7465544" y="0"/>
            <a:ext cx="4833498" cy="6515948"/>
            <a:chOff x="7465544" y="0"/>
            <a:chExt cx="4833498" cy="6515948"/>
          </a:xfrm>
        </p:grpSpPr>
        <p:pic>
          <p:nvPicPr>
            <p:cNvPr id="45" name="Google Shape;45;p45" descr="Shape&#10;&#10;Description automatically generated with low confidence"/>
            <p:cNvPicPr preferRelativeResize="0"/>
            <p:nvPr/>
          </p:nvPicPr>
          <p:blipFill rotWithShape="1">
            <a:blip r:embed="rId2">
              <a:alphaModFix amt="75000"/>
            </a:blip>
            <a:srcRect/>
            <a:stretch/>
          </p:blipFill>
          <p:spPr>
            <a:xfrm rot="10800000" flipH="1">
              <a:off x="7465544" y="0"/>
              <a:ext cx="4833498" cy="6515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45"/>
            <p:cNvSpPr/>
            <p:nvPr/>
          </p:nvSpPr>
          <p:spPr>
            <a:xfrm rot="10800000">
              <a:off x="8541171" y="4294293"/>
              <a:ext cx="3650827" cy="2221654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2F6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45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11553825" cy="526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" name="Google Shape;5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-watermark">
  <p:cSld name="Title Only-watermar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0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4" name="Google Shape;54;p30"/>
          <p:cNvGrpSpPr/>
          <p:nvPr/>
        </p:nvGrpSpPr>
        <p:grpSpPr>
          <a:xfrm>
            <a:off x="7465544" y="0"/>
            <a:ext cx="4833498" cy="6515948"/>
            <a:chOff x="7465544" y="0"/>
            <a:chExt cx="4833498" cy="6515948"/>
          </a:xfrm>
        </p:grpSpPr>
        <p:pic>
          <p:nvPicPr>
            <p:cNvPr id="55" name="Google Shape;55;p30" descr="Shape&#10;&#10;Description automatically generated with low confidence"/>
            <p:cNvPicPr preferRelativeResize="0"/>
            <p:nvPr/>
          </p:nvPicPr>
          <p:blipFill rotWithShape="1">
            <a:blip r:embed="rId2">
              <a:alphaModFix amt="75000"/>
            </a:blip>
            <a:srcRect/>
            <a:stretch/>
          </p:blipFill>
          <p:spPr>
            <a:xfrm rot="10800000" flipH="1">
              <a:off x="7465544" y="0"/>
              <a:ext cx="4833498" cy="6515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30"/>
            <p:cNvSpPr/>
            <p:nvPr/>
          </p:nvSpPr>
          <p:spPr>
            <a:xfrm rot="10800000">
              <a:off x="8541171" y="4294293"/>
              <a:ext cx="3650827" cy="2221654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2F6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7" name="Google Shape;5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1/3 Image">
  <p:cSld name="1_Title-Content-1/3 Imag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8566830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15913" y="1447800"/>
            <a:ext cx="8566150" cy="493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2" name="Google Shape;62;p31"/>
          <p:cNvSpPr>
            <a:spLocks noGrp="1"/>
          </p:cNvSpPr>
          <p:nvPr>
            <p:ph type="pic" idx="2"/>
          </p:nvPr>
        </p:nvSpPr>
        <p:spPr>
          <a:xfrm>
            <a:off x="8945563" y="0"/>
            <a:ext cx="3246437" cy="651824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-watemark-footer">
  <p:cSld name="1_Blank-watemark-foot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6220940"/>
            <a:ext cx="12192002" cy="6370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2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6" name="Google Shape;66;p52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2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-Content-3 Col-watermark">
  <p:cSld name="1_Title-Content-3 Col-watermar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47"/>
          <p:cNvGrpSpPr/>
          <p:nvPr/>
        </p:nvGrpSpPr>
        <p:grpSpPr>
          <a:xfrm>
            <a:off x="7465544" y="0"/>
            <a:ext cx="4833498" cy="6515948"/>
            <a:chOff x="7465544" y="0"/>
            <a:chExt cx="4833498" cy="6515948"/>
          </a:xfrm>
        </p:grpSpPr>
        <p:pic>
          <p:nvPicPr>
            <p:cNvPr id="72" name="Google Shape;72;p47" descr="Shape&#10;&#10;Description automatically generated with low confidence"/>
            <p:cNvPicPr preferRelativeResize="0"/>
            <p:nvPr/>
          </p:nvPicPr>
          <p:blipFill rotWithShape="1">
            <a:blip r:embed="rId2">
              <a:alphaModFix amt="75000"/>
            </a:blip>
            <a:srcRect/>
            <a:stretch/>
          </p:blipFill>
          <p:spPr>
            <a:xfrm rot="10800000" flipH="1">
              <a:off x="7465544" y="0"/>
              <a:ext cx="4833498" cy="6515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47"/>
            <p:cNvSpPr/>
            <p:nvPr/>
          </p:nvSpPr>
          <p:spPr>
            <a:xfrm rot="10800000">
              <a:off x="8541171" y="4294293"/>
              <a:ext cx="3650827" cy="2221654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2F6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47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3863975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body" idx="2"/>
          </p:nvPr>
        </p:nvSpPr>
        <p:spPr>
          <a:xfrm>
            <a:off x="4233864" y="1111252"/>
            <a:ext cx="3706812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body" idx="3"/>
          </p:nvPr>
        </p:nvSpPr>
        <p:spPr>
          <a:xfrm>
            <a:off x="8008938" y="1111728"/>
            <a:ext cx="3706812" cy="4359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9" name="Google Shape;7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White-picture-right">
  <p:cSld name="6_White-picture-righ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292608" y="0"/>
            <a:ext cx="7293600" cy="6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3715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body" idx="1"/>
          </p:nvPr>
        </p:nvSpPr>
        <p:spPr>
          <a:xfrm>
            <a:off x="292608" y="1377696"/>
            <a:ext cx="6303200" cy="4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84" name="Google Shape;84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 Only-1/3 watermark">
  <p:cSld name="Footer Only-1/3 watermar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9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87" name="Google Shape;87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-Content-1 Col-sub-head">
  <p:cSld name="1_Title-Content-1 Col-sub-head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body" idx="1"/>
          </p:nvPr>
        </p:nvSpPr>
        <p:spPr>
          <a:xfrm>
            <a:off x="315913" y="1447800"/>
            <a:ext cx="11553825" cy="493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title"/>
          </p:nvPr>
        </p:nvSpPr>
        <p:spPr>
          <a:xfrm>
            <a:off x="317719" y="158545"/>
            <a:ext cx="11551600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body" idx="2"/>
          </p:nvPr>
        </p:nvSpPr>
        <p:spPr>
          <a:xfrm>
            <a:off x="318139" y="814755"/>
            <a:ext cx="11551600" cy="357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3" name="Google Shape;9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6" name="Google Shape;96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2 Col">
  <p:cSld name="1_Title-Content-2 Col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5741988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body" idx="2"/>
          </p:nvPr>
        </p:nvSpPr>
        <p:spPr>
          <a:xfrm>
            <a:off x="6127750" y="1111252"/>
            <a:ext cx="5741988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2" name="Google Shape;10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1 Col">
  <p:cSld name="1_Title-Content-1 Col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11553825" cy="526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7" name="Google Shape;10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01">
  <p:cSld name="Title-01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4" descr="A person sitting at a table using a computer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 l="-5572"/>
          <a:stretch/>
        </p:blipFill>
        <p:spPr>
          <a:xfrm>
            <a:off x="3855919" y="0"/>
            <a:ext cx="83360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1"/>
            <a:ext cx="12217403" cy="68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4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4"/>
          <p:cNvSpPr txBox="1">
            <a:spLocks noGrp="1"/>
          </p:cNvSpPr>
          <p:nvPr>
            <p:ph type="subTitle" idx="1"/>
          </p:nvPr>
        </p:nvSpPr>
        <p:spPr>
          <a:xfrm>
            <a:off x="315913" y="3602037"/>
            <a:ext cx="5741987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34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574198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4" name="Google Shape;114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011" y="384757"/>
            <a:ext cx="1918867" cy="39949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16" name="Google Shape;11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8875" y="322000"/>
            <a:ext cx="2676327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-noImage">
  <p:cSld name="1_Title-noImage">
    <p:bg>
      <p:bgPr>
        <a:solidFill>
          <a:srgbClr val="094AC8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5400" y="1"/>
            <a:ext cx="12217403" cy="68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5"/>
          <p:cNvSpPr txBox="1">
            <a:spLocks noGrp="1"/>
          </p:cNvSpPr>
          <p:nvPr>
            <p:ph type="ctrTitle"/>
          </p:nvPr>
        </p:nvSpPr>
        <p:spPr>
          <a:xfrm>
            <a:off x="315913" y="1122363"/>
            <a:ext cx="1155884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5"/>
          <p:cNvSpPr txBox="1">
            <a:spLocks noGrp="1"/>
          </p:cNvSpPr>
          <p:nvPr>
            <p:ph type="subTitle" idx="1"/>
          </p:nvPr>
        </p:nvSpPr>
        <p:spPr>
          <a:xfrm>
            <a:off x="315913" y="3602037"/>
            <a:ext cx="11558847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35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1155884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2" name="Google Shape;12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011" y="384757"/>
            <a:ext cx="1918867" cy="3994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24" name="Google Shape;1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8875" y="322000"/>
            <a:ext cx="2676327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03">
  <p:cSld name="Title-03"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6" descr="A person sitting at a desk using a computer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9094" y="0"/>
            <a:ext cx="801290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1"/>
            <a:ext cx="12217403" cy="68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6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6"/>
          <p:cNvSpPr txBox="1">
            <a:spLocks noGrp="1"/>
          </p:cNvSpPr>
          <p:nvPr>
            <p:ph type="subTitle" idx="1"/>
          </p:nvPr>
        </p:nvSpPr>
        <p:spPr>
          <a:xfrm>
            <a:off x="315913" y="3602037"/>
            <a:ext cx="5741987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0" name="Google Shape;130;p36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574198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1" name="Google Shape;13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011" y="384757"/>
            <a:ext cx="1918867" cy="39949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33" name="Google Shape;133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8875" y="322000"/>
            <a:ext cx="2676327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02">
  <p:cSld name="Title-02"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7" descr="A tall building above the clouds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09268" y="0"/>
            <a:ext cx="778273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1"/>
            <a:ext cx="12217403" cy="68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7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7"/>
          <p:cNvSpPr txBox="1">
            <a:spLocks noGrp="1"/>
          </p:cNvSpPr>
          <p:nvPr>
            <p:ph type="subTitle" idx="1"/>
          </p:nvPr>
        </p:nvSpPr>
        <p:spPr>
          <a:xfrm>
            <a:off x="315913" y="3602037"/>
            <a:ext cx="5741987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9" name="Google Shape;139;p37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574198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body" idx="3"/>
          </p:nvPr>
        </p:nvSpPr>
        <p:spPr>
          <a:xfrm>
            <a:off x="310124" y="6455332"/>
            <a:ext cx="1853358" cy="26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1" name="Google Shape;14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011" y="384757"/>
            <a:ext cx="1918867" cy="39949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43" name="Google Shape;143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8875" y="322000"/>
            <a:ext cx="2676327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1 Col">
  <p:cSld name="Title-Content-1 Col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body" idx="1"/>
          </p:nvPr>
        </p:nvSpPr>
        <p:spPr>
          <a:xfrm>
            <a:off x="315912" y="1111250"/>
            <a:ext cx="115538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8" name="Google Shape;148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Only-watermarkFooter">
  <p:cSld name="1_Title Only-watermarkFooter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6220940"/>
            <a:ext cx="12192002" cy="6370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0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40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53" name="Google Shape;153;p40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0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-col-watermarkFooter">
  <p:cSld name="1-col-watermarkFooter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6220940"/>
            <a:ext cx="12192002" cy="63706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1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1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11553825" cy="526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62" name="Google Shape;162;p41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1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-Content-1/3 Image-watermark">
  <p:cSld name="1_Title-Content-1/3 Image-watermark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8566830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2"/>
          <p:cNvSpPr txBox="1">
            <a:spLocks noGrp="1"/>
          </p:cNvSpPr>
          <p:nvPr>
            <p:ph type="body" idx="1"/>
          </p:nvPr>
        </p:nvSpPr>
        <p:spPr>
          <a:xfrm>
            <a:off x="315913" y="1447800"/>
            <a:ext cx="8566150" cy="493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70" name="Google Shape;170;p42"/>
          <p:cNvPicPr preferRelativeResize="0"/>
          <p:nvPr/>
        </p:nvPicPr>
        <p:blipFill rotWithShape="1">
          <a:blip r:embed="rId2">
            <a:alphaModFix/>
          </a:blip>
          <a:srcRect r="26628"/>
          <a:stretch/>
        </p:blipFill>
        <p:spPr>
          <a:xfrm>
            <a:off x="-2" y="6220940"/>
            <a:ext cx="8945565" cy="63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2"/>
          <p:cNvSpPr>
            <a:spLocks noGrp="1"/>
          </p:cNvSpPr>
          <p:nvPr>
            <p:ph type="pic" idx="2"/>
          </p:nvPr>
        </p:nvSpPr>
        <p:spPr>
          <a:xfrm>
            <a:off x="8945563" y="0"/>
            <a:ext cx="324643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42"/>
          <p:cNvSpPr txBox="1"/>
          <p:nvPr/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2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2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2 Col">
  <p:cSld name="Title-Content-2 Col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3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5741988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3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80" name="Google Shape;180;p43"/>
          <p:cNvSpPr txBox="1">
            <a:spLocks noGrp="1"/>
          </p:cNvSpPr>
          <p:nvPr>
            <p:ph type="body" idx="2"/>
          </p:nvPr>
        </p:nvSpPr>
        <p:spPr>
          <a:xfrm>
            <a:off x="6127750" y="1111252"/>
            <a:ext cx="5741988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1" name="Google Shape;18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3 Col">
  <p:cSld name="Title-Content-3 Col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4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4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3863975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44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86" name="Google Shape;186;p44"/>
          <p:cNvSpPr txBox="1">
            <a:spLocks noGrp="1"/>
          </p:cNvSpPr>
          <p:nvPr>
            <p:ph type="body" idx="2"/>
          </p:nvPr>
        </p:nvSpPr>
        <p:spPr>
          <a:xfrm>
            <a:off x="4233864" y="1111252"/>
            <a:ext cx="3706812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44"/>
          <p:cNvSpPr txBox="1">
            <a:spLocks noGrp="1"/>
          </p:cNvSpPr>
          <p:nvPr>
            <p:ph type="body" idx="3"/>
          </p:nvPr>
        </p:nvSpPr>
        <p:spPr>
          <a:xfrm>
            <a:off x="8008938" y="1111728"/>
            <a:ext cx="3706812" cy="4359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8" name="Google Shape;188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-Content-2 Col-watermark">
  <p:cSld name="1_Title-Content-2 Col-watermark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6"/>
          <p:cNvSpPr txBox="1">
            <a:spLocks noGrp="1"/>
          </p:cNvSpPr>
          <p:nvPr>
            <p:ph type="body" idx="1"/>
          </p:nvPr>
        </p:nvSpPr>
        <p:spPr>
          <a:xfrm>
            <a:off x="315913" y="1111251"/>
            <a:ext cx="5741988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46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93" name="Google Shape;193;p46"/>
          <p:cNvSpPr txBox="1">
            <a:spLocks noGrp="1"/>
          </p:cNvSpPr>
          <p:nvPr>
            <p:ph type="body" idx="2"/>
          </p:nvPr>
        </p:nvSpPr>
        <p:spPr>
          <a:xfrm>
            <a:off x="6127750" y="1111252"/>
            <a:ext cx="5741988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94" name="Google Shape;194;p46"/>
          <p:cNvGrpSpPr/>
          <p:nvPr/>
        </p:nvGrpSpPr>
        <p:grpSpPr>
          <a:xfrm>
            <a:off x="7465544" y="0"/>
            <a:ext cx="4833498" cy="6515948"/>
            <a:chOff x="7465544" y="0"/>
            <a:chExt cx="4833498" cy="6515948"/>
          </a:xfrm>
        </p:grpSpPr>
        <p:pic>
          <p:nvPicPr>
            <p:cNvPr id="195" name="Google Shape;195;p46" descr="Shape&#10;&#10;Description automatically generated with low confidence"/>
            <p:cNvPicPr preferRelativeResize="0"/>
            <p:nvPr/>
          </p:nvPicPr>
          <p:blipFill rotWithShape="1">
            <a:blip r:embed="rId2">
              <a:alphaModFix amt="75000"/>
            </a:blip>
            <a:srcRect/>
            <a:stretch/>
          </p:blipFill>
          <p:spPr>
            <a:xfrm rot="10800000" flipH="1">
              <a:off x="7465544" y="0"/>
              <a:ext cx="4833498" cy="6515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46"/>
            <p:cNvSpPr/>
            <p:nvPr/>
          </p:nvSpPr>
          <p:spPr>
            <a:xfrm rot="10800000">
              <a:off x="8541171" y="4294293"/>
              <a:ext cx="3650827" cy="2221654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2F6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7" name="Google Shape;1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 only-watermark">
  <p:cSld name="footer only-watermark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0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200" name="Google Shape;200;p50"/>
          <p:cNvGrpSpPr/>
          <p:nvPr/>
        </p:nvGrpSpPr>
        <p:grpSpPr>
          <a:xfrm>
            <a:off x="7465544" y="0"/>
            <a:ext cx="4833498" cy="6515948"/>
            <a:chOff x="7465544" y="0"/>
            <a:chExt cx="4833498" cy="6515948"/>
          </a:xfrm>
        </p:grpSpPr>
        <p:pic>
          <p:nvPicPr>
            <p:cNvPr id="201" name="Google Shape;201;p50" descr="Shape&#10;&#10;Description automatically generated with low confidence"/>
            <p:cNvPicPr preferRelativeResize="0"/>
            <p:nvPr/>
          </p:nvPicPr>
          <p:blipFill rotWithShape="1">
            <a:blip r:embed="rId2">
              <a:alphaModFix amt="75000"/>
            </a:blip>
            <a:srcRect/>
            <a:stretch/>
          </p:blipFill>
          <p:spPr>
            <a:xfrm rot="10800000" flipH="1">
              <a:off x="7465544" y="0"/>
              <a:ext cx="4833498" cy="6515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50"/>
            <p:cNvSpPr/>
            <p:nvPr/>
          </p:nvSpPr>
          <p:spPr>
            <a:xfrm rot="10800000">
              <a:off x="8541171" y="4294293"/>
              <a:ext cx="3650827" cy="2221654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2F6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3" name="Google Shape;20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-watemark">
  <p:cSld name="Blank-watemark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7474452" y="0"/>
            <a:ext cx="48141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1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207" name="Google Shape;20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2/3 Image">
  <p:cSld name="Title-Content-2/3 Image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4"/>
          <p:cNvSpPr txBox="1">
            <a:spLocks noGrp="1"/>
          </p:cNvSpPr>
          <p:nvPr>
            <p:ph type="title"/>
          </p:nvPr>
        </p:nvSpPr>
        <p:spPr>
          <a:xfrm>
            <a:off x="315913" y="380999"/>
            <a:ext cx="3863975" cy="99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54"/>
          <p:cNvSpPr txBox="1">
            <a:spLocks noGrp="1"/>
          </p:cNvSpPr>
          <p:nvPr>
            <p:ph type="body" idx="1"/>
          </p:nvPr>
        </p:nvSpPr>
        <p:spPr>
          <a:xfrm>
            <a:off x="315913" y="1447800"/>
            <a:ext cx="3863975" cy="493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54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12" name="Google Shape;212;p54"/>
          <p:cNvSpPr>
            <a:spLocks noGrp="1"/>
          </p:cNvSpPr>
          <p:nvPr>
            <p:ph type="pic" idx="2"/>
          </p:nvPr>
        </p:nvSpPr>
        <p:spPr>
          <a:xfrm>
            <a:off x="4233863" y="-1"/>
            <a:ext cx="7958137" cy="652295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Content-1/3 Image">
  <p:cSld name="Title-Content-1/3 Image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8566830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55"/>
          <p:cNvSpPr txBox="1">
            <a:spLocks noGrp="1"/>
          </p:cNvSpPr>
          <p:nvPr>
            <p:ph type="body" idx="1"/>
          </p:nvPr>
        </p:nvSpPr>
        <p:spPr>
          <a:xfrm>
            <a:off x="315913" y="1447800"/>
            <a:ext cx="8566150" cy="493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55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17" name="Google Shape;217;p55"/>
          <p:cNvSpPr>
            <a:spLocks noGrp="1"/>
          </p:cNvSpPr>
          <p:nvPr>
            <p:ph type="pic" idx="2"/>
          </p:nvPr>
        </p:nvSpPr>
        <p:spPr>
          <a:xfrm>
            <a:off x="8945563" y="0"/>
            <a:ext cx="3246437" cy="651824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full Image">
  <p:cSld name="Title-full Image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6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20" name="Google Shape;220;p56"/>
          <p:cNvSpPr txBox="1">
            <a:spLocks noGrp="1"/>
          </p:cNvSpPr>
          <p:nvPr>
            <p:ph type="body" idx="1"/>
          </p:nvPr>
        </p:nvSpPr>
        <p:spPr>
          <a:xfrm>
            <a:off x="478631" y="2393713"/>
            <a:ext cx="11234738" cy="2292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500"/>
              <a:buNone/>
              <a:defRPr sz="2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56"/>
          <p:cNvSpPr>
            <a:spLocks noGrp="1"/>
          </p:cNvSpPr>
          <p:nvPr>
            <p:ph type="pic" idx="2"/>
          </p:nvPr>
        </p:nvSpPr>
        <p:spPr>
          <a:xfrm>
            <a:off x="-96044" y="-23813"/>
            <a:ext cx="12444413" cy="70739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2" name="Google Shape;222;p56"/>
          <p:cNvSpPr txBox="1">
            <a:spLocks noGrp="1"/>
          </p:cNvSpPr>
          <p:nvPr>
            <p:ph type="body" idx="3"/>
          </p:nvPr>
        </p:nvSpPr>
        <p:spPr>
          <a:xfrm>
            <a:off x="-96044" y="3708717"/>
            <a:ext cx="12444413" cy="3341372"/>
          </a:xfrm>
          <a:prstGeom prst="rect">
            <a:avLst/>
          </a:prstGeom>
          <a:gradFill>
            <a:gsLst>
              <a:gs pos="0">
                <a:srgbClr val="2B2B2B">
                  <a:alpha val="0"/>
                </a:srgbClr>
              </a:gs>
              <a:gs pos="80000">
                <a:srgbClr val="000000"/>
              </a:gs>
              <a:gs pos="100000">
                <a:srgbClr val="000000"/>
              </a:gs>
            </a:gsLst>
            <a:lin ang="5400000" scaled="0"/>
          </a:gradFill>
          <a:ln>
            <a:noFill/>
          </a:ln>
        </p:spPr>
        <p:txBody>
          <a:bodyPr spcFirstLastPara="1" wrap="square" lIns="137150" tIns="91425" rIns="137150" bIns="13715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500"/>
              <a:buNone/>
              <a:defRPr sz="2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-center-blue">
  <p:cSld name="Divider-center-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7"/>
          <p:cNvSpPr txBox="1">
            <a:spLocks noGrp="1"/>
          </p:cNvSpPr>
          <p:nvPr>
            <p:ph type="ctrTitle"/>
          </p:nvPr>
        </p:nvSpPr>
        <p:spPr>
          <a:xfrm>
            <a:off x="315914" y="2559050"/>
            <a:ext cx="11553824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7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26" name="Google Shape;226;p57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7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-center-green">
  <p:cSld name="Divider-center-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8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31" name="Google Shape;231;p58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8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8"/>
          <p:cNvSpPr txBox="1">
            <a:spLocks noGrp="1"/>
          </p:cNvSpPr>
          <p:nvPr>
            <p:ph type="ctrTitle"/>
          </p:nvPr>
        </p:nvSpPr>
        <p:spPr>
          <a:xfrm>
            <a:off x="315914" y="2559050"/>
            <a:ext cx="11553824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-center-purple">
  <p:cSld name="Divider-center-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9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37" name="Google Shape;237;p59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9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9"/>
          <p:cNvSpPr txBox="1">
            <a:spLocks noGrp="1"/>
          </p:cNvSpPr>
          <p:nvPr>
            <p:ph type="ctrTitle"/>
          </p:nvPr>
        </p:nvSpPr>
        <p:spPr>
          <a:xfrm>
            <a:off x="315914" y="2559050"/>
            <a:ext cx="11553824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Divider-center-darkblue">
  <p:cSld name="5_Divider-center-dar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0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43" name="Google Shape;243;p60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0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0"/>
          <p:cNvSpPr txBox="1">
            <a:spLocks noGrp="1"/>
          </p:cNvSpPr>
          <p:nvPr>
            <p:ph type="ctrTitle"/>
          </p:nvPr>
        </p:nvSpPr>
        <p:spPr>
          <a:xfrm>
            <a:off x="315914" y="2559050"/>
            <a:ext cx="11553824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-Red">
  <p:cSld name="Divider-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1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49" name="Google Shape;249;p61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1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1"/>
          <p:cNvSpPr txBox="1">
            <a:spLocks noGrp="1"/>
          </p:cNvSpPr>
          <p:nvPr>
            <p:ph type="ctrTitle"/>
          </p:nvPr>
        </p:nvSpPr>
        <p:spPr>
          <a:xfrm>
            <a:off x="315914" y="2559050"/>
            <a:ext cx="11553824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vider-Red">
  <p:cSld name="1_Divider-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2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55" name="Google Shape;255;p62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2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2"/>
          <p:cNvSpPr txBox="1">
            <a:spLocks noGrp="1"/>
          </p:cNvSpPr>
          <p:nvPr>
            <p:ph type="ctrTitle"/>
          </p:nvPr>
        </p:nvSpPr>
        <p:spPr>
          <a:xfrm>
            <a:off x="315914" y="2559050"/>
            <a:ext cx="11553824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vider-left-green">
  <p:cSld name="1_Divider-left-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3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61" name="Google Shape;261;p63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3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3"/>
          <p:cNvSpPr txBox="1">
            <a:spLocks noGrp="1"/>
          </p:cNvSpPr>
          <p:nvPr>
            <p:ph type="ctrTitle"/>
          </p:nvPr>
        </p:nvSpPr>
        <p:spPr>
          <a:xfrm>
            <a:off x="315914" y="1408113"/>
            <a:ext cx="11553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63"/>
          <p:cNvSpPr txBox="1">
            <a:spLocks noGrp="1"/>
          </p:cNvSpPr>
          <p:nvPr>
            <p:ph type="subTitle" idx="1"/>
          </p:nvPr>
        </p:nvSpPr>
        <p:spPr>
          <a:xfrm>
            <a:off x="315914" y="3887788"/>
            <a:ext cx="1155382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vider-left-purple">
  <p:cSld name="1_Divider-left-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4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68" name="Google Shape;268;p64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4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4"/>
          <p:cNvSpPr txBox="1">
            <a:spLocks noGrp="1"/>
          </p:cNvSpPr>
          <p:nvPr>
            <p:ph type="ctrTitle"/>
          </p:nvPr>
        </p:nvSpPr>
        <p:spPr>
          <a:xfrm>
            <a:off x="315914" y="1408113"/>
            <a:ext cx="11553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64"/>
          <p:cNvSpPr txBox="1">
            <a:spLocks noGrp="1"/>
          </p:cNvSpPr>
          <p:nvPr>
            <p:ph type="subTitle" idx="1"/>
          </p:nvPr>
        </p:nvSpPr>
        <p:spPr>
          <a:xfrm>
            <a:off x="315914" y="3887788"/>
            <a:ext cx="1155382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Divider-left-darkBlue">
  <p:cSld name="4_Divider-left-dar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5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75" name="Google Shape;275;p65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5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5"/>
          <p:cNvSpPr txBox="1">
            <a:spLocks noGrp="1"/>
          </p:cNvSpPr>
          <p:nvPr>
            <p:ph type="ctrTitle"/>
          </p:nvPr>
        </p:nvSpPr>
        <p:spPr>
          <a:xfrm>
            <a:off x="315914" y="1408113"/>
            <a:ext cx="11553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65"/>
          <p:cNvSpPr txBox="1">
            <a:spLocks noGrp="1"/>
          </p:cNvSpPr>
          <p:nvPr>
            <p:ph type="subTitle" idx="1"/>
          </p:nvPr>
        </p:nvSpPr>
        <p:spPr>
          <a:xfrm>
            <a:off x="315914" y="3887788"/>
            <a:ext cx="1155382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Divider-left-red">
  <p:cSld name="2_Divider-left-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6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82" name="Google Shape;282;p66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6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66"/>
          <p:cNvSpPr txBox="1">
            <a:spLocks noGrp="1"/>
          </p:cNvSpPr>
          <p:nvPr>
            <p:ph type="ctrTitle"/>
          </p:nvPr>
        </p:nvSpPr>
        <p:spPr>
          <a:xfrm>
            <a:off x="315914" y="1408113"/>
            <a:ext cx="11553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66"/>
          <p:cNvSpPr txBox="1">
            <a:spLocks noGrp="1"/>
          </p:cNvSpPr>
          <p:nvPr>
            <p:ph type="subTitle" idx="1"/>
          </p:nvPr>
        </p:nvSpPr>
        <p:spPr>
          <a:xfrm>
            <a:off x="315914" y="3887788"/>
            <a:ext cx="1155382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Divider-left-gray">
  <p:cSld name="3_Divider-left-gra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7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89" name="Google Shape;289;p67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7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67"/>
          <p:cNvSpPr txBox="1">
            <a:spLocks noGrp="1"/>
          </p:cNvSpPr>
          <p:nvPr>
            <p:ph type="ctrTitle"/>
          </p:nvPr>
        </p:nvSpPr>
        <p:spPr>
          <a:xfrm>
            <a:off x="315914" y="1408113"/>
            <a:ext cx="11553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67"/>
          <p:cNvSpPr txBox="1">
            <a:spLocks noGrp="1"/>
          </p:cNvSpPr>
          <p:nvPr>
            <p:ph type="subTitle" idx="1"/>
          </p:nvPr>
        </p:nvSpPr>
        <p:spPr>
          <a:xfrm>
            <a:off x="315914" y="3887788"/>
            <a:ext cx="1155382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ighlight Slide-blue">
  <p:cSld name="Highlight Slide-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8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68"/>
          <p:cNvSpPr txBox="1">
            <a:spLocks noGrp="1"/>
          </p:cNvSpPr>
          <p:nvPr>
            <p:ph type="body" idx="1"/>
          </p:nvPr>
        </p:nvSpPr>
        <p:spPr>
          <a:xfrm>
            <a:off x="4730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68"/>
          <p:cNvSpPr txBox="1">
            <a:spLocks noGrp="1"/>
          </p:cNvSpPr>
          <p:nvPr>
            <p:ph type="body" idx="2"/>
          </p:nvPr>
        </p:nvSpPr>
        <p:spPr>
          <a:xfrm>
            <a:off x="32924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68"/>
          <p:cNvSpPr txBox="1">
            <a:spLocks noGrp="1"/>
          </p:cNvSpPr>
          <p:nvPr>
            <p:ph type="body" idx="3"/>
          </p:nvPr>
        </p:nvSpPr>
        <p:spPr>
          <a:xfrm>
            <a:off x="61261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68"/>
          <p:cNvSpPr txBox="1">
            <a:spLocks noGrp="1"/>
          </p:cNvSpPr>
          <p:nvPr>
            <p:ph type="body" idx="4"/>
          </p:nvPr>
        </p:nvSpPr>
        <p:spPr>
          <a:xfrm>
            <a:off x="89455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68"/>
          <p:cNvSpPr txBox="1">
            <a:spLocks noGrp="1"/>
          </p:cNvSpPr>
          <p:nvPr>
            <p:ph type="body" idx="5"/>
          </p:nvPr>
        </p:nvSpPr>
        <p:spPr>
          <a:xfrm>
            <a:off x="315913" y="1447800"/>
            <a:ext cx="11553825" cy="166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68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02" name="Google Shape;302;p68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8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ighlight Slide-green">
  <p:cSld name="Highlight Slide-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9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69"/>
          <p:cNvSpPr txBox="1">
            <a:spLocks noGrp="1"/>
          </p:cNvSpPr>
          <p:nvPr>
            <p:ph type="body" idx="1"/>
          </p:nvPr>
        </p:nvSpPr>
        <p:spPr>
          <a:xfrm>
            <a:off x="4730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69"/>
          <p:cNvSpPr txBox="1">
            <a:spLocks noGrp="1"/>
          </p:cNvSpPr>
          <p:nvPr>
            <p:ph type="body" idx="2"/>
          </p:nvPr>
        </p:nvSpPr>
        <p:spPr>
          <a:xfrm>
            <a:off x="32924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69"/>
          <p:cNvSpPr txBox="1">
            <a:spLocks noGrp="1"/>
          </p:cNvSpPr>
          <p:nvPr>
            <p:ph type="body" idx="3"/>
          </p:nvPr>
        </p:nvSpPr>
        <p:spPr>
          <a:xfrm>
            <a:off x="61261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69"/>
          <p:cNvSpPr txBox="1">
            <a:spLocks noGrp="1"/>
          </p:cNvSpPr>
          <p:nvPr>
            <p:ph type="body" idx="4"/>
          </p:nvPr>
        </p:nvSpPr>
        <p:spPr>
          <a:xfrm>
            <a:off x="89455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69"/>
          <p:cNvSpPr txBox="1">
            <a:spLocks noGrp="1"/>
          </p:cNvSpPr>
          <p:nvPr>
            <p:ph type="body" idx="5"/>
          </p:nvPr>
        </p:nvSpPr>
        <p:spPr>
          <a:xfrm>
            <a:off x="315913" y="1447800"/>
            <a:ext cx="11553825" cy="166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69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14" name="Google Shape;314;p69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9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ighlight Slide-purple">
  <p:cSld name="Highlight Slide-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0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70"/>
          <p:cNvSpPr txBox="1">
            <a:spLocks noGrp="1"/>
          </p:cNvSpPr>
          <p:nvPr>
            <p:ph type="body" idx="1"/>
          </p:nvPr>
        </p:nvSpPr>
        <p:spPr>
          <a:xfrm>
            <a:off x="4730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70"/>
          <p:cNvSpPr txBox="1">
            <a:spLocks noGrp="1"/>
          </p:cNvSpPr>
          <p:nvPr>
            <p:ph type="body" idx="2"/>
          </p:nvPr>
        </p:nvSpPr>
        <p:spPr>
          <a:xfrm>
            <a:off x="32924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70"/>
          <p:cNvSpPr txBox="1">
            <a:spLocks noGrp="1"/>
          </p:cNvSpPr>
          <p:nvPr>
            <p:ph type="body" idx="3"/>
          </p:nvPr>
        </p:nvSpPr>
        <p:spPr>
          <a:xfrm>
            <a:off x="61261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70"/>
          <p:cNvSpPr txBox="1">
            <a:spLocks noGrp="1"/>
          </p:cNvSpPr>
          <p:nvPr>
            <p:ph type="body" idx="4"/>
          </p:nvPr>
        </p:nvSpPr>
        <p:spPr>
          <a:xfrm>
            <a:off x="89455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70"/>
          <p:cNvSpPr txBox="1">
            <a:spLocks noGrp="1"/>
          </p:cNvSpPr>
          <p:nvPr>
            <p:ph type="body" idx="5"/>
          </p:nvPr>
        </p:nvSpPr>
        <p:spPr>
          <a:xfrm>
            <a:off x="315913" y="1447800"/>
            <a:ext cx="11553825" cy="166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70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26" name="Google Shape;326;p70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70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ighlight Slide-red">
  <p:cSld name="Highlight Slide-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1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71"/>
          <p:cNvSpPr txBox="1">
            <a:spLocks noGrp="1"/>
          </p:cNvSpPr>
          <p:nvPr>
            <p:ph type="body" idx="1"/>
          </p:nvPr>
        </p:nvSpPr>
        <p:spPr>
          <a:xfrm>
            <a:off x="4730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71"/>
          <p:cNvSpPr txBox="1">
            <a:spLocks noGrp="1"/>
          </p:cNvSpPr>
          <p:nvPr>
            <p:ph type="body" idx="2"/>
          </p:nvPr>
        </p:nvSpPr>
        <p:spPr>
          <a:xfrm>
            <a:off x="32924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71"/>
          <p:cNvSpPr txBox="1">
            <a:spLocks noGrp="1"/>
          </p:cNvSpPr>
          <p:nvPr>
            <p:ph type="body" idx="3"/>
          </p:nvPr>
        </p:nvSpPr>
        <p:spPr>
          <a:xfrm>
            <a:off x="61261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71"/>
          <p:cNvSpPr txBox="1">
            <a:spLocks noGrp="1"/>
          </p:cNvSpPr>
          <p:nvPr>
            <p:ph type="body" idx="4"/>
          </p:nvPr>
        </p:nvSpPr>
        <p:spPr>
          <a:xfrm>
            <a:off x="89455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71"/>
          <p:cNvSpPr txBox="1">
            <a:spLocks noGrp="1"/>
          </p:cNvSpPr>
          <p:nvPr>
            <p:ph type="body" idx="5"/>
          </p:nvPr>
        </p:nvSpPr>
        <p:spPr>
          <a:xfrm>
            <a:off x="315913" y="1447800"/>
            <a:ext cx="11553825" cy="166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71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38" name="Google Shape;338;p71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1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Highlight Slide-darkBlue">
  <p:cSld name="1_Highlight Slide-dark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2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72"/>
          <p:cNvSpPr txBox="1">
            <a:spLocks noGrp="1"/>
          </p:cNvSpPr>
          <p:nvPr>
            <p:ph type="body" idx="1"/>
          </p:nvPr>
        </p:nvSpPr>
        <p:spPr>
          <a:xfrm>
            <a:off x="4730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72"/>
          <p:cNvSpPr txBox="1">
            <a:spLocks noGrp="1"/>
          </p:cNvSpPr>
          <p:nvPr>
            <p:ph type="body" idx="2"/>
          </p:nvPr>
        </p:nvSpPr>
        <p:spPr>
          <a:xfrm>
            <a:off x="3292475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72"/>
          <p:cNvSpPr txBox="1">
            <a:spLocks noGrp="1"/>
          </p:cNvSpPr>
          <p:nvPr>
            <p:ph type="body" idx="3"/>
          </p:nvPr>
        </p:nvSpPr>
        <p:spPr>
          <a:xfrm>
            <a:off x="61261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72"/>
          <p:cNvSpPr txBox="1">
            <a:spLocks noGrp="1"/>
          </p:cNvSpPr>
          <p:nvPr>
            <p:ph type="body" idx="4"/>
          </p:nvPr>
        </p:nvSpPr>
        <p:spPr>
          <a:xfrm>
            <a:off x="8945563" y="4229554"/>
            <a:ext cx="2765425" cy="19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72"/>
          <p:cNvSpPr txBox="1">
            <a:spLocks noGrp="1"/>
          </p:cNvSpPr>
          <p:nvPr>
            <p:ph type="body" idx="5"/>
          </p:nvPr>
        </p:nvSpPr>
        <p:spPr>
          <a:xfrm>
            <a:off x="315913" y="1447800"/>
            <a:ext cx="11553825" cy="166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16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9" name="Google Shape;349;p72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50" name="Google Shape;350;p72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2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-bottom-call-out">
  <p:cSld name="Blank-bottom-call-out"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3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73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57" name="Google Shape;357;p73"/>
          <p:cNvSpPr txBox="1"/>
          <p:nvPr/>
        </p:nvSpPr>
        <p:spPr>
          <a:xfrm>
            <a:off x="10566703" y="6603303"/>
            <a:ext cx="1326645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3"/>
          <p:cNvSpPr txBox="1"/>
          <p:nvPr/>
        </p:nvSpPr>
        <p:spPr>
          <a:xfrm>
            <a:off x="10224018" y="660952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73"/>
          <p:cNvSpPr/>
          <p:nvPr/>
        </p:nvSpPr>
        <p:spPr>
          <a:xfrm>
            <a:off x="1" y="6157922"/>
            <a:ext cx="12192000" cy="7060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3"/>
          <p:cNvSpPr txBox="1">
            <a:spLocks noGrp="1"/>
          </p:cNvSpPr>
          <p:nvPr>
            <p:ph type="body" idx="1"/>
          </p:nvPr>
        </p:nvSpPr>
        <p:spPr>
          <a:xfrm>
            <a:off x="397669" y="6157913"/>
            <a:ext cx="11396663" cy="70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62" name="Google Shape;362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04">
  <p:cSld name="1_Title-04">
    <p:bg>
      <p:bgPr>
        <a:solidFill>
          <a:schemeClr val="l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4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74"/>
          <p:cNvSpPr txBox="1">
            <a:spLocks noGrp="1"/>
          </p:cNvSpPr>
          <p:nvPr>
            <p:ph type="subTitle" idx="1"/>
          </p:nvPr>
        </p:nvSpPr>
        <p:spPr>
          <a:xfrm>
            <a:off x="315913" y="3602037"/>
            <a:ext cx="5741987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6" name="Google Shape;366;p74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574198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7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368" name="Google Shape;368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01">
  <p:cSld name="1_Title-01 2">
    <p:bg>
      <p:bgPr>
        <a:solidFill>
          <a:schemeClr val="lt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5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75"/>
          <p:cNvSpPr txBox="1">
            <a:spLocks noGrp="1"/>
          </p:cNvSpPr>
          <p:nvPr>
            <p:ph type="subTitle" idx="1"/>
          </p:nvPr>
        </p:nvSpPr>
        <p:spPr>
          <a:xfrm>
            <a:off x="315913" y="3602037"/>
            <a:ext cx="5741987" cy="181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2" name="Google Shape;372;p75"/>
          <p:cNvSpPr txBox="1">
            <a:spLocks noGrp="1"/>
          </p:cNvSpPr>
          <p:nvPr>
            <p:ph type="body" idx="2"/>
          </p:nvPr>
        </p:nvSpPr>
        <p:spPr>
          <a:xfrm>
            <a:off x="315913" y="5476876"/>
            <a:ext cx="5741987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37150" bIns="13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⁃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7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374" name="Google Shape;374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862" y="64205"/>
            <a:ext cx="2920387" cy="3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5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-1" y="6517814"/>
            <a:ext cx="12192001" cy="38946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5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825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body" idx="1"/>
          </p:nvPr>
        </p:nvSpPr>
        <p:spPr>
          <a:xfrm>
            <a:off x="315912" y="1111250"/>
            <a:ext cx="115538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rmAutofit/>
          </a:bodyPr>
          <a:lstStyle>
            <a:lvl1pPr marL="457200" marR="0" lvl="0" indent="-37147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TR"/>
              <a:buChar char="⁃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4" name="Google Shape;14;p25"/>
          <p:cNvSpPr txBox="1"/>
          <p:nvPr/>
        </p:nvSpPr>
        <p:spPr>
          <a:xfrm>
            <a:off x="10566703" y="6603303"/>
            <a:ext cx="13522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Zscaler,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5"/>
          <p:cNvSpPr txBox="1"/>
          <p:nvPr/>
        </p:nvSpPr>
        <p:spPr>
          <a:xfrm>
            <a:off x="10224018" y="6603173"/>
            <a:ext cx="2984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5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452559" y="6573045"/>
            <a:ext cx="2736997" cy="22986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59">
          <p15:clr>
            <a:srgbClr val="F26B43"/>
          </p15:clr>
        </p15:guide>
        <p15:guide id="2" pos="4412">
          <p15:clr>
            <a:srgbClr val="F26B43"/>
          </p15:clr>
        </p15:guide>
        <p15:guide id="3" pos="3816">
          <p15:clr>
            <a:srgbClr val="F26B43"/>
          </p15:clr>
        </p15:guide>
        <p15:guide id="4" pos="3264">
          <p15:clr>
            <a:srgbClr val="F26B43"/>
          </p15:clr>
        </p15:guide>
        <p15:guide id="5" pos="3223">
          <p15:clr>
            <a:srgbClr val="F26B43"/>
          </p15:clr>
        </p15:guide>
        <p15:guide id="6" pos="2664">
          <p15:clr>
            <a:srgbClr val="F26B43"/>
          </p15:clr>
        </p15:guide>
        <p15:guide id="7" pos="2633">
          <p15:clr>
            <a:srgbClr val="F26B43"/>
          </p15:clr>
        </p15:guide>
        <p15:guide id="8" pos="2077">
          <p15:clr>
            <a:srgbClr val="F26B43"/>
          </p15:clr>
        </p15:guide>
        <p15:guide id="9" pos="2040">
          <p15:clr>
            <a:srgbClr val="F26B43"/>
          </p15:clr>
        </p15:guide>
        <p15:guide id="10" pos="1487">
          <p15:clr>
            <a:srgbClr val="F26B43"/>
          </p15:clr>
        </p15:guide>
        <p15:guide id="11" pos="1447">
          <p15:clr>
            <a:srgbClr val="F26B43"/>
          </p15:clr>
        </p15:guide>
        <p15:guide id="12" pos="894">
          <p15:clr>
            <a:srgbClr val="F26B43"/>
          </p15:clr>
        </p15:guide>
        <p15:guide id="13" pos="851">
          <p15:clr>
            <a:srgbClr val="F26B43"/>
          </p15:clr>
        </p15:guide>
        <p15:guide id="14" pos="199">
          <p15:clr>
            <a:srgbClr val="F26B43"/>
          </p15:clr>
        </p15:guide>
        <p15:guide id="15" pos="298">
          <p15:clr>
            <a:srgbClr val="F26B43"/>
          </p15:clr>
        </p15:guide>
        <p15:guide id="16" pos="4452">
          <p15:clr>
            <a:srgbClr val="F26B43"/>
          </p15:clr>
        </p15:guide>
        <p15:guide id="17" pos="5002">
          <p15:clr>
            <a:srgbClr val="F26B43"/>
          </p15:clr>
        </p15:guide>
        <p15:guide id="18" pos="5045">
          <p15:clr>
            <a:srgbClr val="F26B43"/>
          </p15:clr>
        </p15:guide>
        <p15:guide id="19" pos="5595">
          <p15:clr>
            <a:srgbClr val="F26B43"/>
          </p15:clr>
        </p15:guide>
        <p15:guide id="20" pos="5635">
          <p15:clr>
            <a:srgbClr val="F26B43"/>
          </p15:clr>
        </p15:guide>
        <p15:guide id="21" pos="6188">
          <p15:clr>
            <a:srgbClr val="F26B43"/>
          </p15:clr>
        </p15:guide>
        <p15:guide id="22" pos="6231">
          <p15:clr>
            <a:srgbClr val="F26B43"/>
          </p15:clr>
        </p15:guide>
        <p15:guide id="23" pos="6781">
          <p15:clr>
            <a:srgbClr val="F26B43"/>
          </p15:clr>
        </p15:guide>
        <p15:guide id="24" pos="6824">
          <p15:clr>
            <a:srgbClr val="F26B43"/>
          </p15:clr>
        </p15:guide>
        <p15:guide id="25" pos="7375">
          <p15:clr>
            <a:srgbClr val="F26B43"/>
          </p15:clr>
        </p15:guide>
        <p15:guide id="26" pos="7477">
          <p15:clr>
            <a:srgbClr val="F26B43"/>
          </p15:clr>
        </p15:guide>
        <p15:guide id="27" orient="horz" pos="240">
          <p15:clr>
            <a:srgbClr val="F26B43"/>
          </p15:clr>
        </p15:guide>
        <p15:guide id="28" orient="horz" pos="912">
          <p15:clr>
            <a:srgbClr val="F26B43"/>
          </p15:clr>
        </p15:guide>
        <p15:guide id="29" orient="horz" pos="1053">
          <p15:clr>
            <a:srgbClr val="F26B43"/>
          </p15:clr>
        </p15:guide>
        <p15:guide id="30" orient="horz" pos="1612">
          <p15:clr>
            <a:srgbClr val="F26B43"/>
          </p15:clr>
        </p15:guide>
        <p15:guide id="31" orient="horz" pos="1656">
          <p15:clr>
            <a:srgbClr val="F26B43"/>
          </p15:clr>
        </p15:guide>
        <p15:guide id="32" orient="horz" pos="2213">
          <p15:clr>
            <a:srgbClr val="F26B43"/>
          </p15:clr>
        </p15:guide>
        <p15:guide id="33" orient="horz" pos="2256">
          <p15:clr>
            <a:srgbClr val="F26B43"/>
          </p15:clr>
        </p15:guide>
        <p15:guide id="34" orient="horz" pos="2812">
          <p15:clr>
            <a:srgbClr val="F26B43"/>
          </p15:clr>
        </p15:guide>
        <p15:guide id="35" orient="horz" pos="2852">
          <p15:clr>
            <a:srgbClr val="F26B43"/>
          </p15:clr>
        </p15:guide>
        <p15:guide id="36" orient="horz" pos="3411">
          <p15:clr>
            <a:srgbClr val="F26B43"/>
          </p15:clr>
        </p15:guide>
        <p15:guide id="37" orient="horz" pos="3450">
          <p15:clr>
            <a:srgbClr val="F26B43"/>
          </p15:clr>
        </p15:guide>
        <p15:guide id="38" orient="horz" pos="4018">
          <p15:clr>
            <a:srgbClr val="F26B43"/>
          </p15:clr>
        </p15:guide>
        <p15:guide id="39" orient="horz" pos="4055">
          <p15:clr>
            <a:srgbClr val="F26B43"/>
          </p15:clr>
        </p15:guide>
        <p15:guide id="40" orient="horz" pos="657">
          <p15:clr>
            <a:srgbClr val="F26B43"/>
          </p15:clr>
        </p15:guide>
        <p15:guide id="41" orient="horz" pos="700">
          <p15:clr>
            <a:srgbClr val="F26B43"/>
          </p15:clr>
        </p15:guide>
        <p15:guide id="42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57419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82850" rIns="121900" bIns="1219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b="1"/>
              <a:t>Professional Services</a:t>
            </a:r>
            <a:br>
              <a:rPr lang="en-US" b="1"/>
            </a:br>
            <a:r>
              <a:rPr lang="en-US" b="1"/>
              <a:t>Transition Meeting</a:t>
            </a:r>
            <a:endParaRPr b="1"/>
          </a:p>
        </p:txBody>
      </p:sp>
      <p:sp>
        <p:nvSpPr>
          <p:cNvPr id="381" name="Google Shape;381;p1"/>
          <p:cNvSpPr txBox="1">
            <a:spLocks noGrp="1"/>
          </p:cNvSpPr>
          <p:nvPr>
            <p:ph type="subTitle" idx="1"/>
          </p:nvPr>
        </p:nvSpPr>
        <p:spPr>
          <a:xfrm>
            <a:off x="315900" y="4525581"/>
            <a:ext cx="5742000" cy="9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60925" rIns="121900" bIns="609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b="1" dirty="0"/>
              <a:t>PIXARTPRINTING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b="1" dirty="0"/>
              <a:t>19/09/2025</a:t>
            </a:r>
            <a:endParaRPr b="1" dirty="0"/>
          </a:p>
        </p:txBody>
      </p:sp>
      <p:sp>
        <p:nvSpPr>
          <p:cNvPr id="382" name="Google Shape;382;p1"/>
          <p:cNvSpPr txBox="1"/>
          <p:nvPr/>
        </p:nvSpPr>
        <p:spPr>
          <a:xfrm>
            <a:off x="816745" y="74572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</a:pPr>
            <a:endParaRPr sz="2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87E7CCCE-A76F-05A2-8798-AE24F8EDA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400" y="5735637"/>
            <a:ext cx="2476500" cy="409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"/>
          <p:cNvSpPr txBox="1">
            <a:spLocks noGrp="1"/>
          </p:cNvSpPr>
          <p:nvPr>
            <p:ph type="ctrTitle"/>
          </p:nvPr>
        </p:nvSpPr>
        <p:spPr>
          <a:xfrm>
            <a:off x="265114" y="477788"/>
            <a:ext cx="5742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b="1"/>
              <a:t>Meeting Agenda</a:t>
            </a:r>
            <a:endParaRPr b="1"/>
          </a:p>
        </p:txBody>
      </p:sp>
      <p:pic>
        <p:nvPicPr>
          <p:cNvPr id="389" name="Google Shape;38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1475" y="184513"/>
            <a:ext cx="3622510" cy="3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"/>
          <p:cNvSpPr txBox="1"/>
          <p:nvPr/>
        </p:nvSpPr>
        <p:spPr>
          <a:xfrm>
            <a:off x="5551000" y="2161325"/>
            <a:ext cx="6083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lang="en-US" sz="2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Project Summary</a:t>
            </a:r>
            <a:endParaRPr sz="24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lang="en-US" sz="2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Technical Summary</a:t>
            </a:r>
            <a:endParaRPr sz="24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lang="en-US" sz="2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Recommended Next Steps</a:t>
            </a:r>
            <a:endParaRPr sz="24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"/>
          <p:cNvSpPr txBox="1"/>
          <p:nvPr/>
        </p:nvSpPr>
        <p:spPr>
          <a:xfrm>
            <a:off x="11869825" y="6565500"/>
            <a:ext cx="322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3177E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3177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"/>
          <p:cNvSpPr txBox="1">
            <a:spLocks noGrp="1"/>
          </p:cNvSpPr>
          <p:nvPr>
            <p:ph type="ctrTitle"/>
          </p:nvPr>
        </p:nvSpPr>
        <p:spPr>
          <a:xfrm>
            <a:off x="432901" y="2845805"/>
            <a:ext cx="11553824" cy="116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</a:pPr>
            <a:r>
              <a:rPr lang="en-US" sz="5333"/>
              <a:t>Project Summary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/>
              <a:t>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9545" y="121514"/>
            <a:ext cx="2837180" cy="307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30c2a66a8b_1_3"/>
          <p:cNvSpPr txBox="1">
            <a:spLocks noGrp="1"/>
          </p:cNvSpPr>
          <p:nvPr>
            <p:ph type="sldNum" idx="12"/>
          </p:nvPr>
        </p:nvSpPr>
        <p:spPr>
          <a:xfrm>
            <a:off x="11828769" y="6556751"/>
            <a:ext cx="315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406" name="Google Shape;406;g230c2a66a8b_1_3"/>
          <p:cNvGraphicFramePr/>
          <p:nvPr/>
        </p:nvGraphicFramePr>
        <p:xfrm>
          <a:off x="233680" y="345703"/>
          <a:ext cx="11684000" cy="379300"/>
        </p:xfrm>
        <a:graphic>
          <a:graphicData uri="http://schemas.openxmlformats.org/drawingml/2006/table">
            <a:tbl>
              <a:tblPr firstRow="1" bandRow="1">
                <a:noFill/>
                <a:tableStyleId>{5BE9CA0B-0CA7-4828-A7C6-7CDEF513AC55}</a:tableStyleId>
              </a:tblPr>
              <a:tblGrid>
                <a:gridCol w="11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accent1"/>
                          </a:solidFill>
                        </a:rPr>
                        <a:t>Final </a:t>
                      </a:r>
                      <a:r>
                        <a:rPr lang="en-US" sz="1800" u="none" strike="noStrike" cap="non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Status Report – Pixartprinting</a:t>
                      </a:r>
                      <a:endParaRPr sz="14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7" name="Google Shape;407;g230c2a66a8b_1_3"/>
          <p:cNvGraphicFramePr/>
          <p:nvPr/>
        </p:nvGraphicFramePr>
        <p:xfrm>
          <a:off x="233680" y="1425090"/>
          <a:ext cx="11684000" cy="563900"/>
        </p:xfrm>
        <a:graphic>
          <a:graphicData uri="http://schemas.openxmlformats.org/drawingml/2006/table">
            <a:tbl>
              <a:tblPr firstRow="1" bandRow="1">
                <a:noFill/>
                <a:tableStyleId>{3E0575DF-75ED-4A99-BA37-86D99FB514D6}</a:tableStyleId>
              </a:tblPr>
              <a:tblGrid>
                <a:gridCol w="11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</a:t>
                      </a:r>
                      <a:r>
                        <a:rPr lang="en-US" sz="1400" u="none" strike="noStrike" cap="none">
                          <a:solidFill>
                            <a:schemeClr val="accent1"/>
                          </a:solidFill>
                        </a:rPr>
                        <a:t>Summary</a:t>
                      </a:r>
                      <a:endParaRPr sz="1400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More than half of the users have been deployed and there were not any critical issues. Not expected issues during enrollment of remaining users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8" name="Google Shape;408;g230c2a66a8b_1_3"/>
          <p:cNvGraphicFramePr/>
          <p:nvPr/>
        </p:nvGraphicFramePr>
        <p:xfrm>
          <a:off x="5181603" y="792190"/>
          <a:ext cx="6736075" cy="563900"/>
        </p:xfrm>
        <a:graphic>
          <a:graphicData uri="http://schemas.openxmlformats.org/drawingml/2006/table">
            <a:tbl>
              <a:tblPr firstRow="1" bandRow="1">
                <a:noFill/>
                <a:tableStyleId>{5BE9CA0B-0CA7-4828-A7C6-7CDEF513AC55}</a:tableStyleId>
              </a:tblPr>
              <a:tblGrid>
                <a:gridCol w="14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Today’s Date</a:t>
                      </a:r>
                      <a:endParaRPr sz="14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Dates</a:t>
                      </a:r>
                      <a:endParaRPr sz="14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19/09/2025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Start Date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01/06/2025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End Date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19/09/2025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09" name="Google Shape;409;g230c2a66a8b_1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8369"/>
            <a:ext cx="2370600" cy="2571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0" name="Google Shape;410;g230c2a66a8b_1_3"/>
          <p:cNvGraphicFramePr/>
          <p:nvPr/>
        </p:nvGraphicFramePr>
        <p:xfrm>
          <a:off x="233675" y="2041214"/>
          <a:ext cx="4457775" cy="2956330"/>
        </p:xfrm>
        <a:graphic>
          <a:graphicData uri="http://schemas.openxmlformats.org/drawingml/2006/table">
            <a:tbl>
              <a:tblPr firstRow="1" bandRow="1">
                <a:noFill/>
                <a:tableStyleId>{1422473C-3D7D-4B86-9188-FEC452103ED7}</a:tableStyleId>
              </a:tblPr>
              <a:tblGrid>
                <a:gridCol w="164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3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25DF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1E0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0" marT="91425" marB="91425">
                    <a:solidFill>
                      <a:srgbClr val="B0C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Date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>
                    <a:solidFill>
                      <a:srgbClr val="B0C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Completion Date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>
                    <a:solidFill>
                      <a:srgbClr val="B0C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0" marT="91425" marB="91425">
                    <a:solidFill>
                      <a:srgbClr val="B0C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Initial Project Schedule Accepted</a:t>
                      </a:r>
                      <a:endParaRPr sz="800" b="1" u="none" strike="noStrike" cap="none"/>
                    </a:p>
                  </a:txBody>
                  <a:tcPr marL="91425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27/06/2025</a:t>
                      </a:r>
                      <a:endParaRPr sz="1400" u="none" strike="noStrike" cap="none"/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27/06/2025</a:t>
                      </a:r>
                      <a:endParaRPr/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Initial Design Accepted</a:t>
                      </a:r>
                      <a:endParaRPr sz="800" b="1" u="none" strike="noStrike" cap="none"/>
                    </a:p>
                  </a:txBody>
                  <a:tcPr marL="91425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14/07/2025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17/07/2025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Configuration Complete</a:t>
                      </a:r>
                      <a:endParaRPr sz="800" b="1" u="none" strike="noStrike" cap="none"/>
                    </a:p>
                  </a:txBody>
                  <a:tcPr marL="91425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28/07/2025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18/07/2025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Rollout Complete</a:t>
                      </a:r>
                      <a:endParaRPr sz="800" b="1" u="none" strike="noStrike" cap="none"/>
                    </a:p>
                  </a:txBody>
                  <a:tcPr marL="91425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08/08/2025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22/08/2025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 Configuration Complete</a:t>
                      </a:r>
                      <a:endParaRPr sz="800" b="1" u="none" strike="noStrike" cap="none"/>
                    </a:p>
                  </a:txBody>
                  <a:tcPr marL="91425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29/08/2025</a:t>
                      </a:r>
                      <a:endParaRPr/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29/08/2025</a:t>
                      </a:r>
                      <a:endParaRPr/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 Rollout Complete</a:t>
                      </a:r>
                      <a:endParaRPr sz="800" b="1" u="none" strike="noStrike" cap="none"/>
                    </a:p>
                  </a:txBody>
                  <a:tcPr marL="91425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19/09/2025</a:t>
                      </a:r>
                      <a:endParaRPr/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??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Design Accepted</a:t>
                      </a:r>
                      <a:endParaRPr sz="800" b="1" u="none" strike="noStrike" cap="none"/>
                    </a:p>
                  </a:txBody>
                  <a:tcPr marL="91425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19/09/2025</a:t>
                      </a:r>
                      <a:endParaRPr/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19/09/2025</a:t>
                      </a:r>
                      <a:endParaRPr/>
                    </a:p>
                  </a:txBody>
                  <a:tcPr marL="0" marR="0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1425" marB="914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11" name="Google Shape;411;g230c2a66a8b_1_3"/>
          <p:cNvGraphicFramePr/>
          <p:nvPr/>
        </p:nvGraphicFramePr>
        <p:xfrm>
          <a:off x="233658" y="5055204"/>
          <a:ext cx="4457800" cy="1436560"/>
        </p:xfrm>
        <a:graphic>
          <a:graphicData uri="http://schemas.openxmlformats.org/drawingml/2006/table">
            <a:tbl>
              <a:tblPr firstRow="1" bandRow="1">
                <a:noFill/>
                <a:tableStyleId>{3E0575DF-75ED-4A99-BA37-86D99FB514D6}</a:tableStyleId>
              </a:tblPr>
              <a:tblGrid>
                <a:gridCol w="73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52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Rollout Roadmap</a:t>
                      </a:r>
                      <a:endParaRPr sz="14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</a:t>
                      </a:r>
                      <a:endParaRPr sz="8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C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Users</a:t>
                      </a:r>
                      <a:endParaRPr sz="8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C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Users</a:t>
                      </a:r>
                      <a:endParaRPr sz="8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C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Completion </a:t>
                      </a:r>
                      <a:endParaRPr sz="8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C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</a:rPr>
                        <a:t>Status</a:t>
                      </a:r>
                      <a:endParaRPr sz="8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C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</a:rPr>
                        <a:t>Pilot</a:t>
                      </a: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49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19/09/2025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</a:rPr>
                        <a:t>Production</a:t>
                      </a: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49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19/09/2025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12" name="Google Shape;412;g230c2a66a8b_1_3"/>
          <p:cNvGraphicFramePr/>
          <p:nvPr/>
        </p:nvGraphicFramePr>
        <p:xfrm>
          <a:off x="233677" y="793091"/>
          <a:ext cx="2303000" cy="563900"/>
        </p:xfrm>
        <a:graphic>
          <a:graphicData uri="http://schemas.openxmlformats.org/drawingml/2006/table">
            <a:tbl>
              <a:tblPr firstRow="1" bandRow="1">
                <a:noFill/>
                <a:tableStyleId>{5BE9CA0B-0CA7-4828-A7C6-7CDEF513AC55}</a:tableStyleId>
              </a:tblPr>
              <a:tblGrid>
                <a:gridCol w="230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Status</a:t>
                      </a:r>
                      <a:endParaRPr sz="14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3" name="Google Shape;413;g230c2a66a8b_1_3"/>
          <p:cNvGraphicFramePr/>
          <p:nvPr/>
        </p:nvGraphicFramePr>
        <p:xfrm>
          <a:off x="2671588" y="793110"/>
          <a:ext cx="2365275" cy="563900"/>
        </p:xfrm>
        <a:graphic>
          <a:graphicData uri="http://schemas.openxmlformats.org/drawingml/2006/table">
            <a:tbl>
              <a:tblPr firstRow="1" bandRow="1">
                <a:noFill/>
                <a:tableStyleId>{5BE9CA0B-0CA7-4828-A7C6-7CDEF513AC55}</a:tableStyleId>
              </a:tblPr>
              <a:tblGrid>
                <a:gridCol w="119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1"/>
                          </a:solidFill>
                        </a:rPr>
                        <a:t>Scope</a:t>
                      </a:r>
                      <a:endParaRPr sz="14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1"/>
                          </a:solidFill>
                        </a:rPr>
                        <a:t>Schedule</a:t>
                      </a:r>
                      <a:endParaRPr sz="1400" u="none" strike="noStrike" cap="non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" name="Google Shape;414;g230c2a66a8b_1_3"/>
          <p:cNvSpPr txBox="1">
            <a:spLocks noGrp="1"/>
          </p:cNvSpPr>
          <p:nvPr>
            <p:ph type="sldNum" idx="12"/>
          </p:nvPr>
        </p:nvSpPr>
        <p:spPr>
          <a:xfrm>
            <a:off x="11691969" y="6089676"/>
            <a:ext cx="315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415" name="Google Shape;415;g230c2a66a8b_1_3"/>
          <p:cNvGraphicFramePr/>
          <p:nvPr/>
        </p:nvGraphicFramePr>
        <p:xfrm>
          <a:off x="4851426" y="2051501"/>
          <a:ext cx="7086075" cy="4403125"/>
        </p:xfrm>
        <a:graphic>
          <a:graphicData uri="http://schemas.openxmlformats.org/drawingml/2006/table">
            <a:tbl>
              <a:tblPr>
                <a:noFill/>
                <a:tableStyleId>{D549A8BC-E836-4292-9D4D-7CAF7864BACC}</a:tableStyleId>
              </a:tblPr>
              <a:tblGrid>
                <a:gridCol w="23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Planned Project Objective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(Target)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Actual Project Result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(Actual)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Deviation/ Cause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 and Secure Internet Access for Users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More than half of the users have Zscaler Client Connector deployed and are fully protected when they are outside of the corporate office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enough time to deploy ZCC in all users but deployment is on track to be finished by Pixartprinting and no critical issues are expected.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 user posture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Users and devices are identified, and policies can be applied based on this criteria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deviations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Comprehensive Web filtering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filtering based on reputation and dynamic categorization rather than simply categories.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deviations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798b8b61a5_0_476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Deliverables</a:t>
            </a:r>
            <a:endParaRPr/>
          </a:p>
        </p:txBody>
      </p:sp>
      <p:sp>
        <p:nvSpPr>
          <p:cNvPr id="422" name="Google Shape;422;g2798b8b61a5_0_476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423" name="Google Shape;423;g2798b8b61a5_0_476"/>
          <p:cNvGraphicFramePr/>
          <p:nvPr/>
        </p:nvGraphicFramePr>
        <p:xfrm>
          <a:off x="1118243" y="1923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{0ED8C268-03AD-41DB-9BE1-715C300F69A7}</a:tableStyleId>
              </a:tblPr>
              <a:tblGrid>
                <a:gridCol w="669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Deliverable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Date delivered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marR="0" lvl="0" indent="-371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250"/>
                        <a:buFont typeface="Arial"/>
                        <a:buChar char="❏"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Kick-Off Meeting and Slides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27/06/2025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marR="0" lvl="0" indent="-371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250"/>
                        <a:buFont typeface="Arial"/>
                        <a:buChar char="❏"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Design and Configuration of Zscaler Platform (per scope)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30/06/2025 – 11/07/2025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marR="0" lvl="0" indent="-371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250"/>
                        <a:buFont typeface="Arial"/>
                        <a:buChar char="❏"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Troubleshooting Guide(s)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18/07/2025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marR="0" lvl="0" indent="-371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250"/>
                        <a:buFont typeface="Arial"/>
                        <a:buChar char="❏"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Initial &amp; Final Design Document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17/07/2025 – 17/09/2025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marR="0" lvl="0" indent="-371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250"/>
                        <a:buFont typeface="Arial"/>
                        <a:buChar char="❏"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Transition Meeting Slides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19/09/2025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f9ba991962_0_0"/>
          <p:cNvSpPr txBox="1">
            <a:spLocks noGrp="1"/>
          </p:cNvSpPr>
          <p:nvPr>
            <p:ph type="ctrTitle"/>
          </p:nvPr>
        </p:nvSpPr>
        <p:spPr>
          <a:xfrm>
            <a:off x="432901" y="2845805"/>
            <a:ext cx="11553900" cy="11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</a:pPr>
            <a:r>
              <a:rPr lang="en-US" sz="5333"/>
              <a:t>Technical Summary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1f9ba991962_0_0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/>
              <a:t>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g1f9ba99196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9545" y="121514"/>
            <a:ext cx="2837179" cy="307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5aa72486d4_0_0"/>
          <p:cNvSpPr txBox="1">
            <a:spLocks noGrp="1"/>
          </p:cNvSpPr>
          <p:nvPr>
            <p:ph type="title"/>
          </p:nvPr>
        </p:nvSpPr>
        <p:spPr>
          <a:xfrm>
            <a:off x="315913" y="137160"/>
            <a:ext cx="11553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000">
                <a:solidFill>
                  <a:schemeClr val="dk1"/>
                </a:solidFill>
              </a:rPr>
              <a:t>Deployed ZIA Architecture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437" name="Google Shape;437;g25aa72486d4_0_0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cxnSp>
        <p:nvCxnSpPr>
          <p:cNvPr id="438" name="Google Shape;438;g25aa72486d4_0_0"/>
          <p:cNvCxnSpPr/>
          <p:nvPr/>
        </p:nvCxnSpPr>
        <p:spPr>
          <a:xfrm rot="10800000">
            <a:off x="8160542" y="2063763"/>
            <a:ext cx="0" cy="31305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g25aa72486d4_0_0"/>
          <p:cNvCxnSpPr/>
          <p:nvPr/>
        </p:nvCxnSpPr>
        <p:spPr>
          <a:xfrm rot="10800000">
            <a:off x="7226950" y="2095538"/>
            <a:ext cx="21000" cy="30894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440" name="Google Shape;440;g25aa72486d4_0_0"/>
          <p:cNvGrpSpPr/>
          <p:nvPr/>
        </p:nvGrpSpPr>
        <p:grpSpPr>
          <a:xfrm>
            <a:off x="5457817" y="3240550"/>
            <a:ext cx="4510034" cy="271633"/>
            <a:chOff x="405172" y="3175570"/>
            <a:chExt cx="8389200" cy="405000"/>
          </a:xfrm>
        </p:grpSpPr>
        <p:sp>
          <p:nvSpPr>
            <p:cNvPr id="441" name="Google Shape;441;g25aa72486d4_0_0"/>
            <p:cNvSpPr/>
            <p:nvPr/>
          </p:nvSpPr>
          <p:spPr>
            <a:xfrm>
              <a:off x="405172" y="3175570"/>
              <a:ext cx="8389200" cy="405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36BF5"/>
                </a:gs>
                <a:gs pos="100000">
                  <a:srgbClr val="D0D7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24000" tIns="60925" rIns="24000" bIns="609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25aa72486d4_0_0"/>
            <p:cNvSpPr/>
            <p:nvPr/>
          </p:nvSpPr>
          <p:spPr>
            <a:xfrm>
              <a:off x="2595348" y="3229179"/>
              <a:ext cx="348993" cy="284624"/>
            </a:xfrm>
            <a:custGeom>
              <a:avLst/>
              <a:gdLst/>
              <a:ahLst/>
              <a:cxnLst/>
              <a:rect l="l" t="t" r="r" b="b"/>
              <a:pathLst>
                <a:path w="793165" h="488625" extrusionOk="0">
                  <a:moveTo>
                    <a:pt x="612094" y="132442"/>
                  </a:moveTo>
                  <a:cubicBezTo>
                    <a:pt x="698085" y="129153"/>
                    <a:pt x="777431" y="162851"/>
                    <a:pt x="791371" y="248274"/>
                  </a:cubicBezTo>
                  <a:cubicBezTo>
                    <a:pt x="805311" y="327525"/>
                    <a:pt x="735610" y="371373"/>
                    <a:pt x="666234" y="377219"/>
                  </a:cubicBezTo>
                  <a:cubicBezTo>
                    <a:pt x="632518" y="438931"/>
                    <a:pt x="559251" y="488625"/>
                    <a:pt x="456159" y="488625"/>
                  </a:cubicBezTo>
                  <a:cubicBezTo>
                    <a:pt x="408504" y="488625"/>
                    <a:pt x="371222" y="482454"/>
                    <a:pt x="333616" y="462641"/>
                  </a:cubicBezTo>
                  <a:cubicBezTo>
                    <a:pt x="323566" y="464590"/>
                    <a:pt x="315786" y="464590"/>
                    <a:pt x="305736" y="464590"/>
                  </a:cubicBezTo>
                  <a:cubicBezTo>
                    <a:pt x="268130" y="464590"/>
                    <a:pt x="244140" y="456795"/>
                    <a:pt x="220474" y="428862"/>
                  </a:cubicBezTo>
                  <a:cubicBezTo>
                    <a:pt x="270075" y="365526"/>
                    <a:pt x="418554" y="252171"/>
                    <a:pt x="601072" y="309661"/>
                  </a:cubicBezTo>
                  <a:cubicBezTo>
                    <a:pt x="698004" y="341491"/>
                    <a:pt x="721994" y="268086"/>
                    <a:pt x="698004" y="240478"/>
                  </a:cubicBezTo>
                  <a:cubicBezTo>
                    <a:pt x="606907" y="137192"/>
                    <a:pt x="398454" y="230735"/>
                    <a:pt x="392943" y="238530"/>
                  </a:cubicBezTo>
                  <a:cubicBezTo>
                    <a:pt x="433466" y="176006"/>
                    <a:pt x="526103" y="135731"/>
                    <a:pt x="612094" y="132442"/>
                  </a:cubicBezTo>
                  <a:close/>
                  <a:moveTo>
                    <a:pt x="419071" y="0"/>
                  </a:moveTo>
                  <a:cubicBezTo>
                    <a:pt x="488547" y="0"/>
                    <a:pt x="536272" y="3906"/>
                    <a:pt x="577827" y="41664"/>
                  </a:cubicBezTo>
                  <a:cubicBezTo>
                    <a:pt x="512247" y="31899"/>
                    <a:pt x="433031" y="57613"/>
                    <a:pt x="343751" y="117505"/>
                  </a:cubicBezTo>
                  <a:lnTo>
                    <a:pt x="353815" y="121411"/>
                  </a:lnTo>
                  <a:cubicBezTo>
                    <a:pt x="446667" y="81700"/>
                    <a:pt x="514195" y="105462"/>
                    <a:pt x="514195" y="105462"/>
                  </a:cubicBezTo>
                  <a:cubicBezTo>
                    <a:pt x="270379" y="191068"/>
                    <a:pt x="208694" y="356096"/>
                    <a:pt x="195059" y="427706"/>
                  </a:cubicBezTo>
                  <a:cubicBezTo>
                    <a:pt x="192786" y="427706"/>
                    <a:pt x="190838" y="425753"/>
                    <a:pt x="188890" y="427706"/>
                  </a:cubicBezTo>
                  <a:cubicBezTo>
                    <a:pt x="123310" y="445609"/>
                    <a:pt x="6110" y="377905"/>
                    <a:pt x="266" y="270490"/>
                  </a:cubicBezTo>
                  <a:cubicBezTo>
                    <a:pt x="-5578" y="163401"/>
                    <a:pt x="85650" y="69657"/>
                    <a:pt x="188890" y="69657"/>
                  </a:cubicBezTo>
                  <a:cubicBezTo>
                    <a:pt x="202851" y="69657"/>
                    <a:pt x="216811" y="69657"/>
                    <a:pt x="230771" y="73563"/>
                  </a:cubicBezTo>
                  <a:cubicBezTo>
                    <a:pt x="274275" y="27993"/>
                    <a:pt x="341803" y="0"/>
                    <a:pt x="419071" y="0"/>
                  </a:cubicBezTo>
                  <a:close/>
                </a:path>
              </a:pathLst>
            </a:custGeom>
            <a:solidFill>
              <a:srgbClr val="D5DBE5">
                <a:alpha val="26274"/>
              </a:srgbClr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25aa72486d4_0_0"/>
            <p:cNvSpPr/>
            <p:nvPr/>
          </p:nvSpPr>
          <p:spPr>
            <a:xfrm>
              <a:off x="5939886" y="3229179"/>
              <a:ext cx="348993" cy="284624"/>
            </a:xfrm>
            <a:custGeom>
              <a:avLst/>
              <a:gdLst/>
              <a:ahLst/>
              <a:cxnLst/>
              <a:rect l="l" t="t" r="r" b="b"/>
              <a:pathLst>
                <a:path w="793165" h="488625" extrusionOk="0">
                  <a:moveTo>
                    <a:pt x="612094" y="132442"/>
                  </a:moveTo>
                  <a:cubicBezTo>
                    <a:pt x="698085" y="129153"/>
                    <a:pt x="777431" y="162851"/>
                    <a:pt x="791371" y="248274"/>
                  </a:cubicBezTo>
                  <a:cubicBezTo>
                    <a:pt x="805311" y="327525"/>
                    <a:pt x="735610" y="371373"/>
                    <a:pt x="666234" y="377219"/>
                  </a:cubicBezTo>
                  <a:cubicBezTo>
                    <a:pt x="632518" y="438931"/>
                    <a:pt x="559251" y="488625"/>
                    <a:pt x="456159" y="488625"/>
                  </a:cubicBezTo>
                  <a:cubicBezTo>
                    <a:pt x="408504" y="488625"/>
                    <a:pt x="371222" y="482454"/>
                    <a:pt x="333616" y="462641"/>
                  </a:cubicBezTo>
                  <a:cubicBezTo>
                    <a:pt x="323566" y="464590"/>
                    <a:pt x="315786" y="464590"/>
                    <a:pt x="305736" y="464590"/>
                  </a:cubicBezTo>
                  <a:cubicBezTo>
                    <a:pt x="268130" y="464590"/>
                    <a:pt x="244140" y="456795"/>
                    <a:pt x="220474" y="428862"/>
                  </a:cubicBezTo>
                  <a:cubicBezTo>
                    <a:pt x="270075" y="365526"/>
                    <a:pt x="418554" y="252171"/>
                    <a:pt x="601072" y="309661"/>
                  </a:cubicBezTo>
                  <a:cubicBezTo>
                    <a:pt x="698004" y="341491"/>
                    <a:pt x="721994" y="268086"/>
                    <a:pt x="698004" y="240478"/>
                  </a:cubicBezTo>
                  <a:cubicBezTo>
                    <a:pt x="606907" y="137192"/>
                    <a:pt x="398454" y="230735"/>
                    <a:pt x="392943" y="238530"/>
                  </a:cubicBezTo>
                  <a:cubicBezTo>
                    <a:pt x="433466" y="176006"/>
                    <a:pt x="526103" y="135731"/>
                    <a:pt x="612094" y="132442"/>
                  </a:cubicBezTo>
                  <a:close/>
                  <a:moveTo>
                    <a:pt x="419071" y="0"/>
                  </a:moveTo>
                  <a:cubicBezTo>
                    <a:pt x="488547" y="0"/>
                    <a:pt x="536272" y="3906"/>
                    <a:pt x="577827" y="41664"/>
                  </a:cubicBezTo>
                  <a:cubicBezTo>
                    <a:pt x="512247" y="31899"/>
                    <a:pt x="433031" y="57613"/>
                    <a:pt x="343751" y="117505"/>
                  </a:cubicBezTo>
                  <a:lnTo>
                    <a:pt x="353815" y="121411"/>
                  </a:lnTo>
                  <a:cubicBezTo>
                    <a:pt x="446667" y="81700"/>
                    <a:pt x="514195" y="105462"/>
                    <a:pt x="514195" y="105462"/>
                  </a:cubicBezTo>
                  <a:cubicBezTo>
                    <a:pt x="270379" y="191068"/>
                    <a:pt x="208694" y="356096"/>
                    <a:pt x="195059" y="427706"/>
                  </a:cubicBezTo>
                  <a:cubicBezTo>
                    <a:pt x="192786" y="427706"/>
                    <a:pt x="190838" y="425753"/>
                    <a:pt x="188890" y="427706"/>
                  </a:cubicBezTo>
                  <a:cubicBezTo>
                    <a:pt x="123310" y="445609"/>
                    <a:pt x="6110" y="377905"/>
                    <a:pt x="266" y="270490"/>
                  </a:cubicBezTo>
                  <a:cubicBezTo>
                    <a:pt x="-5578" y="163401"/>
                    <a:pt x="85650" y="69657"/>
                    <a:pt x="188890" y="69657"/>
                  </a:cubicBezTo>
                  <a:cubicBezTo>
                    <a:pt x="202851" y="69657"/>
                    <a:pt x="216811" y="69657"/>
                    <a:pt x="230771" y="73563"/>
                  </a:cubicBezTo>
                  <a:cubicBezTo>
                    <a:pt x="274275" y="27993"/>
                    <a:pt x="341803" y="0"/>
                    <a:pt x="419071" y="0"/>
                  </a:cubicBezTo>
                  <a:close/>
                </a:path>
              </a:pathLst>
            </a:custGeom>
            <a:solidFill>
              <a:srgbClr val="D5DBE5">
                <a:alpha val="26274"/>
              </a:srgbClr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25aa72486d4_0_0"/>
            <p:cNvSpPr/>
            <p:nvPr/>
          </p:nvSpPr>
          <p:spPr>
            <a:xfrm>
              <a:off x="8001196" y="3229179"/>
              <a:ext cx="348993" cy="284624"/>
            </a:xfrm>
            <a:custGeom>
              <a:avLst/>
              <a:gdLst/>
              <a:ahLst/>
              <a:cxnLst/>
              <a:rect l="l" t="t" r="r" b="b"/>
              <a:pathLst>
                <a:path w="793165" h="488625" extrusionOk="0">
                  <a:moveTo>
                    <a:pt x="612094" y="132442"/>
                  </a:moveTo>
                  <a:cubicBezTo>
                    <a:pt x="698085" y="129153"/>
                    <a:pt x="777431" y="162851"/>
                    <a:pt x="791371" y="248274"/>
                  </a:cubicBezTo>
                  <a:cubicBezTo>
                    <a:pt x="805311" y="327525"/>
                    <a:pt x="735610" y="371373"/>
                    <a:pt x="666234" y="377219"/>
                  </a:cubicBezTo>
                  <a:cubicBezTo>
                    <a:pt x="632518" y="438931"/>
                    <a:pt x="559251" y="488625"/>
                    <a:pt x="456159" y="488625"/>
                  </a:cubicBezTo>
                  <a:cubicBezTo>
                    <a:pt x="408504" y="488625"/>
                    <a:pt x="371222" y="482454"/>
                    <a:pt x="333616" y="462641"/>
                  </a:cubicBezTo>
                  <a:cubicBezTo>
                    <a:pt x="323566" y="464590"/>
                    <a:pt x="315786" y="464590"/>
                    <a:pt x="305736" y="464590"/>
                  </a:cubicBezTo>
                  <a:cubicBezTo>
                    <a:pt x="268130" y="464590"/>
                    <a:pt x="244140" y="456795"/>
                    <a:pt x="220474" y="428862"/>
                  </a:cubicBezTo>
                  <a:cubicBezTo>
                    <a:pt x="270075" y="365526"/>
                    <a:pt x="418554" y="252171"/>
                    <a:pt x="601072" y="309661"/>
                  </a:cubicBezTo>
                  <a:cubicBezTo>
                    <a:pt x="698004" y="341491"/>
                    <a:pt x="721994" y="268086"/>
                    <a:pt x="698004" y="240478"/>
                  </a:cubicBezTo>
                  <a:cubicBezTo>
                    <a:pt x="606907" y="137192"/>
                    <a:pt x="398454" y="230735"/>
                    <a:pt x="392943" y="238530"/>
                  </a:cubicBezTo>
                  <a:cubicBezTo>
                    <a:pt x="433466" y="176006"/>
                    <a:pt x="526103" y="135731"/>
                    <a:pt x="612094" y="132442"/>
                  </a:cubicBezTo>
                  <a:close/>
                  <a:moveTo>
                    <a:pt x="419071" y="0"/>
                  </a:moveTo>
                  <a:cubicBezTo>
                    <a:pt x="488547" y="0"/>
                    <a:pt x="536272" y="3906"/>
                    <a:pt x="577827" y="41664"/>
                  </a:cubicBezTo>
                  <a:cubicBezTo>
                    <a:pt x="512247" y="31899"/>
                    <a:pt x="433031" y="57613"/>
                    <a:pt x="343751" y="117505"/>
                  </a:cubicBezTo>
                  <a:lnTo>
                    <a:pt x="353815" y="121411"/>
                  </a:lnTo>
                  <a:cubicBezTo>
                    <a:pt x="446667" y="81700"/>
                    <a:pt x="514195" y="105462"/>
                    <a:pt x="514195" y="105462"/>
                  </a:cubicBezTo>
                  <a:cubicBezTo>
                    <a:pt x="270379" y="191068"/>
                    <a:pt x="208694" y="356096"/>
                    <a:pt x="195059" y="427706"/>
                  </a:cubicBezTo>
                  <a:cubicBezTo>
                    <a:pt x="192786" y="427706"/>
                    <a:pt x="190838" y="425753"/>
                    <a:pt x="188890" y="427706"/>
                  </a:cubicBezTo>
                  <a:cubicBezTo>
                    <a:pt x="123310" y="445609"/>
                    <a:pt x="6110" y="377905"/>
                    <a:pt x="266" y="270490"/>
                  </a:cubicBezTo>
                  <a:cubicBezTo>
                    <a:pt x="-5578" y="163401"/>
                    <a:pt x="85650" y="69657"/>
                    <a:pt x="188890" y="69657"/>
                  </a:cubicBezTo>
                  <a:cubicBezTo>
                    <a:pt x="202851" y="69657"/>
                    <a:pt x="216811" y="69657"/>
                    <a:pt x="230771" y="73563"/>
                  </a:cubicBezTo>
                  <a:cubicBezTo>
                    <a:pt x="274275" y="27993"/>
                    <a:pt x="341803" y="0"/>
                    <a:pt x="419071" y="0"/>
                  </a:cubicBezTo>
                  <a:close/>
                </a:path>
              </a:pathLst>
            </a:custGeom>
            <a:solidFill>
              <a:srgbClr val="D5DBE5">
                <a:alpha val="26274"/>
              </a:srgbClr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25aa72486d4_0_0"/>
            <p:cNvSpPr/>
            <p:nvPr/>
          </p:nvSpPr>
          <p:spPr>
            <a:xfrm>
              <a:off x="1253329" y="3246465"/>
              <a:ext cx="348993" cy="284624"/>
            </a:xfrm>
            <a:custGeom>
              <a:avLst/>
              <a:gdLst/>
              <a:ahLst/>
              <a:cxnLst/>
              <a:rect l="l" t="t" r="r" b="b"/>
              <a:pathLst>
                <a:path w="793165" h="488625" extrusionOk="0">
                  <a:moveTo>
                    <a:pt x="612094" y="132442"/>
                  </a:moveTo>
                  <a:cubicBezTo>
                    <a:pt x="698085" y="129153"/>
                    <a:pt x="777431" y="162851"/>
                    <a:pt x="791371" y="248274"/>
                  </a:cubicBezTo>
                  <a:cubicBezTo>
                    <a:pt x="805311" y="327525"/>
                    <a:pt x="735610" y="371373"/>
                    <a:pt x="666234" y="377219"/>
                  </a:cubicBezTo>
                  <a:cubicBezTo>
                    <a:pt x="632518" y="438931"/>
                    <a:pt x="559251" y="488625"/>
                    <a:pt x="456159" y="488625"/>
                  </a:cubicBezTo>
                  <a:cubicBezTo>
                    <a:pt x="408504" y="488625"/>
                    <a:pt x="371222" y="482454"/>
                    <a:pt x="333616" y="462641"/>
                  </a:cubicBezTo>
                  <a:cubicBezTo>
                    <a:pt x="323566" y="464590"/>
                    <a:pt x="315786" y="464590"/>
                    <a:pt x="305736" y="464590"/>
                  </a:cubicBezTo>
                  <a:cubicBezTo>
                    <a:pt x="268130" y="464590"/>
                    <a:pt x="244140" y="456795"/>
                    <a:pt x="220474" y="428862"/>
                  </a:cubicBezTo>
                  <a:cubicBezTo>
                    <a:pt x="270075" y="365526"/>
                    <a:pt x="418554" y="252171"/>
                    <a:pt x="601072" y="309661"/>
                  </a:cubicBezTo>
                  <a:cubicBezTo>
                    <a:pt x="698004" y="341491"/>
                    <a:pt x="721994" y="268086"/>
                    <a:pt x="698004" y="240478"/>
                  </a:cubicBezTo>
                  <a:cubicBezTo>
                    <a:pt x="606907" y="137192"/>
                    <a:pt x="398454" y="230735"/>
                    <a:pt x="392943" y="238530"/>
                  </a:cubicBezTo>
                  <a:cubicBezTo>
                    <a:pt x="433466" y="176006"/>
                    <a:pt x="526103" y="135731"/>
                    <a:pt x="612094" y="132442"/>
                  </a:cubicBezTo>
                  <a:close/>
                  <a:moveTo>
                    <a:pt x="419071" y="0"/>
                  </a:moveTo>
                  <a:cubicBezTo>
                    <a:pt x="488547" y="0"/>
                    <a:pt x="536272" y="3906"/>
                    <a:pt x="577827" y="41664"/>
                  </a:cubicBezTo>
                  <a:cubicBezTo>
                    <a:pt x="512247" y="31899"/>
                    <a:pt x="433031" y="57613"/>
                    <a:pt x="343751" y="117505"/>
                  </a:cubicBezTo>
                  <a:lnTo>
                    <a:pt x="353815" y="121411"/>
                  </a:lnTo>
                  <a:cubicBezTo>
                    <a:pt x="446667" y="81700"/>
                    <a:pt x="514195" y="105462"/>
                    <a:pt x="514195" y="105462"/>
                  </a:cubicBezTo>
                  <a:cubicBezTo>
                    <a:pt x="270379" y="191068"/>
                    <a:pt x="208694" y="356096"/>
                    <a:pt x="195059" y="427706"/>
                  </a:cubicBezTo>
                  <a:cubicBezTo>
                    <a:pt x="192786" y="427706"/>
                    <a:pt x="190838" y="425753"/>
                    <a:pt x="188890" y="427706"/>
                  </a:cubicBezTo>
                  <a:cubicBezTo>
                    <a:pt x="123310" y="445609"/>
                    <a:pt x="6110" y="377905"/>
                    <a:pt x="266" y="270490"/>
                  </a:cubicBezTo>
                  <a:cubicBezTo>
                    <a:pt x="-5578" y="163401"/>
                    <a:pt x="85650" y="69657"/>
                    <a:pt x="188890" y="69657"/>
                  </a:cubicBezTo>
                  <a:cubicBezTo>
                    <a:pt x="202851" y="69657"/>
                    <a:pt x="216811" y="69657"/>
                    <a:pt x="230771" y="73563"/>
                  </a:cubicBezTo>
                  <a:cubicBezTo>
                    <a:pt x="274275" y="27993"/>
                    <a:pt x="341803" y="0"/>
                    <a:pt x="419071" y="0"/>
                  </a:cubicBezTo>
                  <a:close/>
                </a:path>
              </a:pathLst>
            </a:custGeom>
            <a:solidFill>
              <a:srgbClr val="D5DBE5">
                <a:alpha val="26274"/>
              </a:srgbClr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g25aa72486d4_0_0"/>
          <p:cNvSpPr/>
          <p:nvPr/>
        </p:nvSpPr>
        <p:spPr>
          <a:xfrm>
            <a:off x="6665778" y="991423"/>
            <a:ext cx="2020164" cy="1053059"/>
          </a:xfrm>
          <a:custGeom>
            <a:avLst/>
            <a:gdLst/>
            <a:ahLst/>
            <a:cxnLst/>
            <a:rect l="l" t="t" r="r" b="b"/>
            <a:pathLst>
              <a:path w="1581342" h="900050" extrusionOk="0">
                <a:moveTo>
                  <a:pt x="268532" y="898550"/>
                </a:moveTo>
                <a:cubicBezTo>
                  <a:pt x="287494" y="899584"/>
                  <a:pt x="342821" y="900051"/>
                  <a:pt x="342821" y="900051"/>
                </a:cubicBezTo>
                <a:lnTo>
                  <a:pt x="1356361" y="900051"/>
                </a:lnTo>
                <a:cubicBezTo>
                  <a:pt x="1481108" y="899557"/>
                  <a:pt x="1581836" y="798029"/>
                  <a:pt x="1581341" y="673281"/>
                </a:cubicBezTo>
                <a:cubicBezTo>
                  <a:pt x="1580853" y="549963"/>
                  <a:pt x="1481547" y="449828"/>
                  <a:pt x="1358236" y="448316"/>
                </a:cubicBezTo>
                <a:lnTo>
                  <a:pt x="1339482" y="448316"/>
                </a:lnTo>
                <a:cubicBezTo>
                  <a:pt x="1339307" y="357435"/>
                  <a:pt x="1295314" y="272217"/>
                  <a:pt x="1221327" y="219441"/>
                </a:cubicBezTo>
                <a:cubicBezTo>
                  <a:pt x="1146366" y="166993"/>
                  <a:pt x="1050779" y="153738"/>
                  <a:pt x="964374" y="183807"/>
                </a:cubicBezTo>
                <a:cubicBezTo>
                  <a:pt x="879535" y="17931"/>
                  <a:pt x="676288" y="-47763"/>
                  <a:pt x="510411" y="37076"/>
                </a:cubicBezTo>
                <a:cubicBezTo>
                  <a:pt x="398168" y="94484"/>
                  <a:pt x="327303" y="209687"/>
                  <a:pt x="326681" y="335758"/>
                </a:cubicBezTo>
                <a:lnTo>
                  <a:pt x="326681" y="339509"/>
                </a:lnTo>
                <a:cubicBezTo>
                  <a:pt x="311966" y="337101"/>
                  <a:pt x="297082" y="335889"/>
                  <a:pt x="282172" y="335884"/>
                </a:cubicBezTo>
                <a:cubicBezTo>
                  <a:pt x="126513" y="335704"/>
                  <a:pt x="181" y="461743"/>
                  <a:pt x="0" y="617400"/>
                </a:cubicBezTo>
                <a:cubicBezTo>
                  <a:pt x="-48" y="658808"/>
                  <a:pt x="9029" y="699718"/>
                  <a:pt x="26584" y="737220"/>
                </a:cubicBezTo>
                <a:cubicBezTo>
                  <a:pt x="72145" y="830774"/>
                  <a:pt x="164651" y="892459"/>
                  <a:pt x="268532" y="898550"/>
                </a:cubicBezTo>
                <a:close/>
                <a:moveTo>
                  <a:pt x="86567" y="470871"/>
                </a:moveTo>
                <a:cubicBezTo>
                  <a:pt x="133360" y="410094"/>
                  <a:pt x="205461" y="374158"/>
                  <a:pt x="282161" y="373389"/>
                </a:cubicBezTo>
                <a:cubicBezTo>
                  <a:pt x="295039" y="373401"/>
                  <a:pt x="307896" y="374447"/>
                  <a:pt x="320608" y="376520"/>
                </a:cubicBezTo>
                <a:lnTo>
                  <a:pt x="364177" y="383646"/>
                </a:lnTo>
                <a:lnTo>
                  <a:pt x="364177" y="335750"/>
                </a:lnTo>
                <a:cubicBezTo>
                  <a:pt x="365195" y="170129"/>
                  <a:pt x="500284" y="36695"/>
                  <a:pt x="665905" y="37713"/>
                </a:cubicBezTo>
                <a:cubicBezTo>
                  <a:pt x="777800" y="38402"/>
                  <a:pt x="880004" y="101329"/>
                  <a:pt x="930998" y="200932"/>
                </a:cubicBezTo>
                <a:lnTo>
                  <a:pt x="945893" y="229944"/>
                </a:lnTo>
                <a:lnTo>
                  <a:pt x="976692" y="219229"/>
                </a:lnTo>
                <a:cubicBezTo>
                  <a:pt x="1103247" y="173983"/>
                  <a:pt x="1242518" y="239895"/>
                  <a:pt x="1287765" y="366450"/>
                </a:cubicBezTo>
                <a:cubicBezTo>
                  <a:pt x="1297158" y="392722"/>
                  <a:pt x="1301963" y="420415"/>
                  <a:pt x="1301970" y="448316"/>
                </a:cubicBezTo>
                <a:lnTo>
                  <a:pt x="1301970" y="485826"/>
                </a:lnTo>
                <a:lnTo>
                  <a:pt x="1358234" y="485826"/>
                </a:lnTo>
                <a:cubicBezTo>
                  <a:pt x="1462256" y="487356"/>
                  <a:pt x="1545343" y="572923"/>
                  <a:pt x="1543813" y="676944"/>
                </a:cubicBezTo>
                <a:cubicBezTo>
                  <a:pt x="1542303" y="779538"/>
                  <a:pt x="1458964" y="862053"/>
                  <a:pt x="1356361" y="862541"/>
                </a:cubicBezTo>
                <a:lnTo>
                  <a:pt x="303993" y="862541"/>
                </a:lnTo>
                <a:lnTo>
                  <a:pt x="270568" y="861095"/>
                </a:lnTo>
                <a:cubicBezTo>
                  <a:pt x="136117" y="855298"/>
                  <a:pt x="31823" y="741605"/>
                  <a:pt x="37620" y="607154"/>
                </a:cubicBezTo>
                <a:cubicBezTo>
                  <a:pt x="39747" y="557816"/>
                  <a:pt x="56815" y="510290"/>
                  <a:pt x="86562" y="470871"/>
                </a:cubicBezTo>
                <a:close/>
              </a:path>
            </a:pathLst>
          </a:custGeom>
          <a:solidFill>
            <a:srgbClr val="8296B0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g25aa72486d4_0_0"/>
          <p:cNvGrpSpPr/>
          <p:nvPr/>
        </p:nvGrpSpPr>
        <p:grpSpPr>
          <a:xfrm>
            <a:off x="6350442" y="5287310"/>
            <a:ext cx="528138" cy="369300"/>
            <a:chOff x="4829100" y="4115607"/>
            <a:chExt cx="488203" cy="341692"/>
          </a:xfrm>
        </p:grpSpPr>
        <p:sp>
          <p:nvSpPr>
            <p:cNvPr id="448" name="Google Shape;448;g25aa72486d4_0_0"/>
            <p:cNvSpPr/>
            <p:nvPr/>
          </p:nvSpPr>
          <p:spPr>
            <a:xfrm>
              <a:off x="4829100" y="4115607"/>
              <a:ext cx="488203" cy="341692"/>
            </a:xfrm>
            <a:custGeom>
              <a:avLst/>
              <a:gdLst/>
              <a:ahLst/>
              <a:cxnLst/>
              <a:rect l="l" t="t" r="r" b="b"/>
              <a:pathLst>
                <a:path w="765809" h="519683" extrusionOk="0">
                  <a:moveTo>
                    <a:pt x="673799" y="360807"/>
                  </a:moveTo>
                  <a:cubicBezTo>
                    <a:pt x="665911" y="361018"/>
                    <a:pt x="659345" y="354794"/>
                    <a:pt x="659135" y="346905"/>
                  </a:cubicBezTo>
                  <a:cubicBezTo>
                    <a:pt x="659132" y="346777"/>
                    <a:pt x="659130" y="346648"/>
                    <a:pt x="659130" y="346519"/>
                  </a:cubicBezTo>
                  <a:lnTo>
                    <a:pt x="659130" y="61913"/>
                  </a:lnTo>
                  <a:cubicBezTo>
                    <a:pt x="659130" y="43501"/>
                    <a:pt x="644204" y="28575"/>
                    <a:pt x="625793" y="28575"/>
                  </a:cubicBezTo>
                  <a:lnTo>
                    <a:pt x="139637" y="28575"/>
                  </a:lnTo>
                  <a:cubicBezTo>
                    <a:pt x="121225" y="28575"/>
                    <a:pt x="106299" y="43501"/>
                    <a:pt x="106299" y="61913"/>
                  </a:cubicBezTo>
                  <a:lnTo>
                    <a:pt x="106299" y="346519"/>
                  </a:lnTo>
                  <a:cubicBezTo>
                    <a:pt x="106299" y="354410"/>
                    <a:pt x="99902" y="360807"/>
                    <a:pt x="92012" y="360807"/>
                  </a:cubicBezTo>
                  <a:cubicBezTo>
                    <a:pt x="84121" y="360807"/>
                    <a:pt x="77724" y="354410"/>
                    <a:pt x="77724" y="346519"/>
                  </a:cubicBezTo>
                  <a:lnTo>
                    <a:pt x="77724" y="61913"/>
                  </a:lnTo>
                  <a:cubicBezTo>
                    <a:pt x="77724" y="27719"/>
                    <a:pt x="105443" y="0"/>
                    <a:pt x="139637" y="0"/>
                  </a:cubicBezTo>
                  <a:lnTo>
                    <a:pt x="626174" y="0"/>
                  </a:lnTo>
                  <a:cubicBezTo>
                    <a:pt x="660367" y="0"/>
                    <a:pt x="688086" y="27719"/>
                    <a:pt x="688086" y="61913"/>
                  </a:cubicBezTo>
                  <a:lnTo>
                    <a:pt x="688086" y="346519"/>
                  </a:lnTo>
                  <a:cubicBezTo>
                    <a:pt x="688086" y="354410"/>
                    <a:pt x="681689" y="360807"/>
                    <a:pt x="673799" y="360807"/>
                  </a:cubicBezTo>
                  <a:close/>
                  <a:moveTo>
                    <a:pt x="765810" y="467296"/>
                  </a:moveTo>
                  <a:lnTo>
                    <a:pt x="765810" y="441674"/>
                  </a:lnTo>
                  <a:cubicBezTo>
                    <a:pt x="765753" y="412763"/>
                    <a:pt x="742334" y="389339"/>
                    <a:pt x="713423" y="389287"/>
                  </a:cubicBezTo>
                  <a:lnTo>
                    <a:pt x="52388" y="389287"/>
                  </a:lnTo>
                  <a:cubicBezTo>
                    <a:pt x="23476" y="389339"/>
                    <a:pt x="52" y="412763"/>
                    <a:pt x="0" y="441674"/>
                  </a:cubicBezTo>
                  <a:lnTo>
                    <a:pt x="0" y="467296"/>
                  </a:lnTo>
                  <a:cubicBezTo>
                    <a:pt x="0" y="496230"/>
                    <a:pt x="23454" y="519684"/>
                    <a:pt x="52388" y="519684"/>
                  </a:cubicBezTo>
                  <a:lnTo>
                    <a:pt x="713423" y="519684"/>
                  </a:lnTo>
                  <a:cubicBezTo>
                    <a:pt x="742356" y="519684"/>
                    <a:pt x="765810" y="496230"/>
                    <a:pt x="765810" y="467296"/>
                  </a:cubicBezTo>
                  <a:close/>
                  <a:moveTo>
                    <a:pt x="713423" y="417862"/>
                  </a:moveTo>
                  <a:cubicBezTo>
                    <a:pt x="726552" y="417914"/>
                    <a:pt x="737183" y="428545"/>
                    <a:pt x="737235" y="441674"/>
                  </a:cubicBezTo>
                  <a:lnTo>
                    <a:pt x="737235" y="467296"/>
                  </a:lnTo>
                  <a:cubicBezTo>
                    <a:pt x="737183" y="480426"/>
                    <a:pt x="726552" y="491057"/>
                    <a:pt x="713423" y="491109"/>
                  </a:cubicBezTo>
                  <a:lnTo>
                    <a:pt x="52388" y="491109"/>
                  </a:lnTo>
                  <a:cubicBezTo>
                    <a:pt x="39258" y="491057"/>
                    <a:pt x="28627" y="480426"/>
                    <a:pt x="28575" y="467296"/>
                  </a:cubicBezTo>
                  <a:lnTo>
                    <a:pt x="28575" y="441674"/>
                  </a:lnTo>
                  <a:cubicBezTo>
                    <a:pt x="28627" y="428545"/>
                    <a:pt x="39258" y="417914"/>
                    <a:pt x="52388" y="417862"/>
                  </a:cubicBezTo>
                  <a:close/>
                  <a:moveTo>
                    <a:pt x="382905" y="435483"/>
                  </a:moveTo>
                  <a:cubicBezTo>
                    <a:pt x="372384" y="435483"/>
                    <a:pt x="363855" y="444012"/>
                    <a:pt x="363855" y="454533"/>
                  </a:cubicBezTo>
                  <a:cubicBezTo>
                    <a:pt x="363855" y="465054"/>
                    <a:pt x="372384" y="473583"/>
                    <a:pt x="382905" y="473583"/>
                  </a:cubicBezTo>
                  <a:cubicBezTo>
                    <a:pt x="393426" y="473583"/>
                    <a:pt x="401955" y="465054"/>
                    <a:pt x="401955" y="454533"/>
                  </a:cubicBezTo>
                  <a:cubicBezTo>
                    <a:pt x="401955" y="444012"/>
                    <a:pt x="393426" y="435483"/>
                    <a:pt x="382905" y="435483"/>
                  </a:cubicBezTo>
                  <a:close/>
                </a:path>
              </a:pathLst>
            </a:custGeom>
            <a:solidFill>
              <a:srgbClr val="236BF5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25aa72486d4_0_0"/>
            <p:cNvSpPr/>
            <p:nvPr/>
          </p:nvSpPr>
          <p:spPr>
            <a:xfrm>
              <a:off x="4969222" y="4169601"/>
              <a:ext cx="210189" cy="133150"/>
            </a:xfrm>
            <a:custGeom>
              <a:avLst/>
              <a:gdLst/>
              <a:ahLst/>
              <a:cxnLst/>
              <a:rect l="l" t="t" r="r" b="b"/>
              <a:pathLst>
                <a:path w="793165" h="488625" extrusionOk="0">
                  <a:moveTo>
                    <a:pt x="612094" y="132442"/>
                  </a:moveTo>
                  <a:cubicBezTo>
                    <a:pt x="698085" y="129153"/>
                    <a:pt x="777431" y="162851"/>
                    <a:pt x="791371" y="248274"/>
                  </a:cubicBezTo>
                  <a:cubicBezTo>
                    <a:pt x="805311" y="327525"/>
                    <a:pt x="735610" y="371373"/>
                    <a:pt x="666234" y="377219"/>
                  </a:cubicBezTo>
                  <a:cubicBezTo>
                    <a:pt x="632518" y="438931"/>
                    <a:pt x="559251" y="488625"/>
                    <a:pt x="456159" y="488625"/>
                  </a:cubicBezTo>
                  <a:cubicBezTo>
                    <a:pt x="408504" y="488625"/>
                    <a:pt x="371222" y="482454"/>
                    <a:pt x="333616" y="462641"/>
                  </a:cubicBezTo>
                  <a:cubicBezTo>
                    <a:pt x="323566" y="464590"/>
                    <a:pt x="315786" y="464590"/>
                    <a:pt x="305736" y="464590"/>
                  </a:cubicBezTo>
                  <a:cubicBezTo>
                    <a:pt x="268130" y="464590"/>
                    <a:pt x="244140" y="456795"/>
                    <a:pt x="220474" y="428862"/>
                  </a:cubicBezTo>
                  <a:cubicBezTo>
                    <a:pt x="270075" y="365526"/>
                    <a:pt x="418554" y="252171"/>
                    <a:pt x="601072" y="309661"/>
                  </a:cubicBezTo>
                  <a:cubicBezTo>
                    <a:pt x="698004" y="341491"/>
                    <a:pt x="721994" y="268086"/>
                    <a:pt x="698004" y="240478"/>
                  </a:cubicBezTo>
                  <a:cubicBezTo>
                    <a:pt x="606907" y="137192"/>
                    <a:pt x="398454" y="230735"/>
                    <a:pt x="392943" y="238530"/>
                  </a:cubicBezTo>
                  <a:cubicBezTo>
                    <a:pt x="433466" y="176006"/>
                    <a:pt x="526103" y="135731"/>
                    <a:pt x="612094" y="132442"/>
                  </a:cubicBezTo>
                  <a:close/>
                  <a:moveTo>
                    <a:pt x="419071" y="0"/>
                  </a:moveTo>
                  <a:cubicBezTo>
                    <a:pt x="488547" y="0"/>
                    <a:pt x="536272" y="3906"/>
                    <a:pt x="577827" y="41664"/>
                  </a:cubicBezTo>
                  <a:cubicBezTo>
                    <a:pt x="512247" y="31899"/>
                    <a:pt x="433031" y="57613"/>
                    <a:pt x="343751" y="117505"/>
                  </a:cubicBezTo>
                  <a:lnTo>
                    <a:pt x="353815" y="121411"/>
                  </a:lnTo>
                  <a:cubicBezTo>
                    <a:pt x="446667" y="81700"/>
                    <a:pt x="514195" y="105462"/>
                    <a:pt x="514195" y="105462"/>
                  </a:cubicBezTo>
                  <a:cubicBezTo>
                    <a:pt x="270379" y="191068"/>
                    <a:pt x="208694" y="356096"/>
                    <a:pt x="195059" y="427706"/>
                  </a:cubicBezTo>
                  <a:cubicBezTo>
                    <a:pt x="192786" y="427706"/>
                    <a:pt x="190838" y="425753"/>
                    <a:pt x="188890" y="427706"/>
                  </a:cubicBezTo>
                  <a:cubicBezTo>
                    <a:pt x="123310" y="445609"/>
                    <a:pt x="6110" y="377905"/>
                    <a:pt x="266" y="270490"/>
                  </a:cubicBezTo>
                  <a:cubicBezTo>
                    <a:pt x="-5578" y="163401"/>
                    <a:pt x="85650" y="69657"/>
                    <a:pt x="188890" y="69657"/>
                  </a:cubicBezTo>
                  <a:cubicBezTo>
                    <a:pt x="202851" y="69657"/>
                    <a:pt x="216811" y="69657"/>
                    <a:pt x="230771" y="73563"/>
                  </a:cubicBezTo>
                  <a:cubicBezTo>
                    <a:pt x="274275" y="27993"/>
                    <a:pt x="341803" y="0"/>
                    <a:pt x="419071" y="0"/>
                  </a:cubicBezTo>
                  <a:close/>
                </a:path>
              </a:pathLst>
            </a:custGeom>
            <a:solidFill>
              <a:srgbClr val="236BF5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rgbClr val="3B3E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g25aa72486d4_0_0"/>
          <p:cNvSpPr/>
          <p:nvPr/>
        </p:nvSpPr>
        <p:spPr>
          <a:xfrm>
            <a:off x="3932675" y="4864138"/>
            <a:ext cx="1327200" cy="323100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</p:spPr>
        <p:txBody>
          <a:bodyPr spcFirstLastPara="1" wrap="square" lIns="96000" tIns="81275" rIns="4800" bIns="81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User authentication </a:t>
            </a:r>
            <a:b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and provisioning</a:t>
            </a:r>
            <a:endParaRPr sz="7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" name="Google Shape;451;g25aa72486d4_0_0"/>
          <p:cNvGrpSpPr/>
          <p:nvPr/>
        </p:nvGrpSpPr>
        <p:grpSpPr>
          <a:xfrm>
            <a:off x="4254377" y="2860973"/>
            <a:ext cx="730782" cy="379591"/>
            <a:chOff x="2531425" y="1597650"/>
            <a:chExt cx="548100" cy="284700"/>
          </a:xfrm>
        </p:grpSpPr>
        <p:sp>
          <p:nvSpPr>
            <p:cNvPr id="452" name="Google Shape;452;g25aa72486d4_0_0"/>
            <p:cNvSpPr/>
            <p:nvPr/>
          </p:nvSpPr>
          <p:spPr>
            <a:xfrm>
              <a:off x="2531425" y="1702200"/>
              <a:ext cx="548100" cy="99300"/>
            </a:xfrm>
            <a:prstGeom prst="roundRect">
              <a:avLst>
                <a:gd name="adj" fmla="val 16667"/>
              </a:avLst>
            </a:prstGeom>
            <a:solidFill>
              <a:srgbClr val="908C8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25aa72486d4_0_0"/>
            <p:cNvSpPr/>
            <p:nvPr/>
          </p:nvSpPr>
          <p:spPr>
            <a:xfrm>
              <a:off x="2598925" y="1667550"/>
              <a:ext cx="398700" cy="168600"/>
            </a:xfrm>
            <a:prstGeom prst="roundRect">
              <a:avLst>
                <a:gd name="adj" fmla="val 16667"/>
              </a:avLst>
            </a:prstGeom>
            <a:solidFill>
              <a:srgbClr val="6C6B6B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25aa72486d4_0_0"/>
            <p:cNvSpPr/>
            <p:nvPr/>
          </p:nvSpPr>
          <p:spPr>
            <a:xfrm>
              <a:off x="2708825" y="1597650"/>
              <a:ext cx="168600" cy="284700"/>
            </a:xfrm>
            <a:prstGeom prst="roundRect">
              <a:avLst>
                <a:gd name="adj" fmla="val 16667"/>
              </a:avLst>
            </a:prstGeom>
            <a:solidFill>
              <a:srgbClr val="4F4F4F"/>
            </a:solidFill>
            <a:ln w="9525" cap="flat" cmpd="sng">
              <a:solidFill>
                <a:srgbClr val="F4F4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g25aa72486d4_0_0"/>
          <p:cNvSpPr/>
          <p:nvPr/>
        </p:nvSpPr>
        <p:spPr>
          <a:xfrm>
            <a:off x="3956175" y="3247888"/>
            <a:ext cx="1327200" cy="256500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</p:spPr>
        <p:txBody>
          <a:bodyPr spcFirstLastPara="1" wrap="square" lIns="96000" tIns="81275" rIns="4800" bIns="81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Central Authority</a:t>
            </a:r>
            <a:endParaRPr sz="8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25aa72486d4_0_0"/>
          <p:cNvSpPr/>
          <p:nvPr/>
        </p:nvSpPr>
        <p:spPr>
          <a:xfrm>
            <a:off x="3869614" y="3263692"/>
            <a:ext cx="224700" cy="224700"/>
          </a:xfrm>
          <a:prstGeom prst="ellipse">
            <a:avLst/>
          </a:prstGeom>
          <a:solidFill>
            <a:srgbClr val="01267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5aa72486d4_0_0"/>
          <p:cNvSpPr/>
          <p:nvPr/>
        </p:nvSpPr>
        <p:spPr>
          <a:xfrm>
            <a:off x="3790947" y="4913342"/>
            <a:ext cx="224700" cy="224700"/>
          </a:xfrm>
          <a:prstGeom prst="ellipse">
            <a:avLst/>
          </a:prstGeom>
          <a:solidFill>
            <a:srgbClr val="01267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g25aa72486d4_0_0"/>
          <p:cNvCxnSpPr/>
          <p:nvPr/>
        </p:nvCxnSpPr>
        <p:spPr>
          <a:xfrm rot="10800000">
            <a:off x="6440625" y="3810238"/>
            <a:ext cx="8700" cy="1347000"/>
          </a:xfrm>
          <a:prstGeom prst="straightConnector1">
            <a:avLst/>
          </a:prstGeom>
          <a:noFill/>
          <a:ln w="9525" cap="flat" cmpd="sng">
            <a:solidFill>
              <a:srgbClr val="236BF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9" name="Google Shape;459;g25aa72486d4_0_0"/>
          <p:cNvSpPr/>
          <p:nvPr/>
        </p:nvSpPr>
        <p:spPr>
          <a:xfrm rot="-5400000">
            <a:off x="6054192" y="4430896"/>
            <a:ext cx="759600" cy="193500"/>
          </a:xfrm>
          <a:prstGeom prst="roundRect">
            <a:avLst>
              <a:gd name="adj" fmla="val 50000"/>
            </a:avLst>
          </a:prstGeom>
          <a:solidFill>
            <a:srgbClr val="236BF5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Z-Tunnels</a:t>
            </a:r>
            <a:endParaRPr sz="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25aa72486d4_0_0"/>
          <p:cNvSpPr/>
          <p:nvPr/>
        </p:nvSpPr>
        <p:spPr>
          <a:xfrm>
            <a:off x="6785542" y="2549393"/>
            <a:ext cx="1734000" cy="256500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</p:spPr>
        <p:txBody>
          <a:bodyPr spcFirstLastPara="1" wrap="square" lIns="96000" tIns="81275" rIns="4800" bIns="81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Policy </a:t>
            </a:r>
            <a:endParaRPr sz="7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25aa72486d4_0_0"/>
          <p:cNvSpPr/>
          <p:nvPr/>
        </p:nvSpPr>
        <p:spPr>
          <a:xfrm>
            <a:off x="6728397" y="2565192"/>
            <a:ext cx="224700" cy="224700"/>
          </a:xfrm>
          <a:prstGeom prst="ellipse">
            <a:avLst/>
          </a:prstGeom>
          <a:solidFill>
            <a:srgbClr val="01267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25aa72486d4_0_0"/>
          <p:cNvSpPr/>
          <p:nvPr/>
        </p:nvSpPr>
        <p:spPr>
          <a:xfrm>
            <a:off x="8627321" y="3263696"/>
            <a:ext cx="224700" cy="224700"/>
          </a:xfrm>
          <a:prstGeom prst="ellipse">
            <a:avLst/>
          </a:prstGeom>
          <a:solidFill>
            <a:srgbClr val="01267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235"/>
              </a:srgbClr>
            </a:outerShdw>
          </a:effectLst>
        </p:spPr>
        <p:txBody>
          <a:bodyPr spcFirstLastPara="1" wrap="square" lIns="457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25aa72486d4_0_0"/>
          <p:cNvSpPr/>
          <p:nvPr/>
        </p:nvSpPr>
        <p:spPr>
          <a:xfrm>
            <a:off x="0" y="991175"/>
            <a:ext cx="3297300" cy="4891500"/>
          </a:xfrm>
          <a:prstGeom prst="rect">
            <a:avLst/>
          </a:prstGeom>
          <a:solidFill>
            <a:srgbClr val="F2F2F2">
              <a:alpha val="5137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g25aa72486d4_0_0"/>
          <p:cNvGrpSpPr/>
          <p:nvPr/>
        </p:nvGrpSpPr>
        <p:grpSpPr>
          <a:xfrm>
            <a:off x="5991024" y="5339641"/>
            <a:ext cx="304559" cy="264643"/>
            <a:chOff x="9598762" y="862283"/>
            <a:chExt cx="374151" cy="355559"/>
          </a:xfrm>
        </p:grpSpPr>
        <p:sp>
          <p:nvSpPr>
            <p:cNvPr id="465" name="Google Shape;465;g25aa72486d4_0_0"/>
            <p:cNvSpPr/>
            <p:nvPr/>
          </p:nvSpPr>
          <p:spPr>
            <a:xfrm>
              <a:off x="9612477" y="1122142"/>
              <a:ext cx="95700" cy="95700"/>
            </a:xfrm>
            <a:prstGeom prst="roundRect">
              <a:avLst>
                <a:gd name="adj" fmla="val 16667"/>
              </a:avLst>
            </a:prstGeom>
            <a:solidFill>
              <a:srgbClr val="3CA592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25aa72486d4_0_0"/>
            <p:cNvSpPr/>
            <p:nvPr/>
          </p:nvSpPr>
          <p:spPr>
            <a:xfrm>
              <a:off x="9737881" y="1121752"/>
              <a:ext cx="95700" cy="95700"/>
            </a:xfrm>
            <a:prstGeom prst="roundRect">
              <a:avLst>
                <a:gd name="adj" fmla="val 16667"/>
              </a:avLst>
            </a:prstGeom>
            <a:solidFill>
              <a:srgbClr val="3CA592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25aa72486d4_0_0"/>
            <p:cNvSpPr/>
            <p:nvPr/>
          </p:nvSpPr>
          <p:spPr>
            <a:xfrm>
              <a:off x="9598762" y="862283"/>
              <a:ext cx="374151" cy="230492"/>
            </a:xfrm>
            <a:custGeom>
              <a:avLst/>
              <a:gdLst/>
              <a:ahLst/>
              <a:cxnLst/>
              <a:rect l="l" t="t" r="r" b="b"/>
              <a:pathLst>
                <a:path w="941260" h="555402" extrusionOk="0">
                  <a:moveTo>
                    <a:pt x="662940" y="555403"/>
                  </a:moveTo>
                  <a:cubicBezTo>
                    <a:pt x="655050" y="555403"/>
                    <a:pt x="648653" y="549006"/>
                    <a:pt x="648653" y="541115"/>
                  </a:cubicBezTo>
                  <a:lnTo>
                    <a:pt x="648653" y="454628"/>
                  </a:lnTo>
                  <a:cubicBezTo>
                    <a:pt x="648600" y="399415"/>
                    <a:pt x="603854" y="354668"/>
                    <a:pt x="548640" y="354616"/>
                  </a:cubicBezTo>
                  <a:lnTo>
                    <a:pt x="392621" y="354616"/>
                  </a:lnTo>
                  <a:cubicBezTo>
                    <a:pt x="337407" y="354668"/>
                    <a:pt x="292660" y="399415"/>
                    <a:pt x="292608" y="454628"/>
                  </a:cubicBezTo>
                  <a:lnTo>
                    <a:pt x="292608" y="541115"/>
                  </a:lnTo>
                  <a:cubicBezTo>
                    <a:pt x="292608" y="549006"/>
                    <a:pt x="286211" y="555403"/>
                    <a:pt x="278321" y="555403"/>
                  </a:cubicBezTo>
                  <a:cubicBezTo>
                    <a:pt x="270430" y="555403"/>
                    <a:pt x="264033" y="549006"/>
                    <a:pt x="264033" y="541115"/>
                  </a:cubicBezTo>
                  <a:lnTo>
                    <a:pt x="264033" y="454628"/>
                  </a:lnTo>
                  <a:cubicBezTo>
                    <a:pt x="264138" y="383655"/>
                    <a:pt x="321647" y="326146"/>
                    <a:pt x="392621" y="326041"/>
                  </a:cubicBezTo>
                  <a:lnTo>
                    <a:pt x="548640" y="326041"/>
                  </a:lnTo>
                  <a:cubicBezTo>
                    <a:pt x="619614" y="326146"/>
                    <a:pt x="677123" y="383655"/>
                    <a:pt x="677228" y="454628"/>
                  </a:cubicBezTo>
                  <a:lnTo>
                    <a:pt x="677228" y="541115"/>
                  </a:lnTo>
                  <a:cubicBezTo>
                    <a:pt x="677228" y="549006"/>
                    <a:pt x="670831" y="555403"/>
                    <a:pt x="662940" y="555403"/>
                  </a:cubicBezTo>
                  <a:close/>
                  <a:moveTo>
                    <a:pt x="619601" y="148971"/>
                  </a:moveTo>
                  <a:cubicBezTo>
                    <a:pt x="619601" y="66697"/>
                    <a:pt x="552904" y="0"/>
                    <a:pt x="470630" y="0"/>
                  </a:cubicBezTo>
                  <a:cubicBezTo>
                    <a:pt x="388356" y="0"/>
                    <a:pt x="321659" y="66697"/>
                    <a:pt x="321659" y="148971"/>
                  </a:cubicBezTo>
                  <a:cubicBezTo>
                    <a:pt x="321659" y="231245"/>
                    <a:pt x="388356" y="297942"/>
                    <a:pt x="470630" y="297942"/>
                  </a:cubicBezTo>
                  <a:cubicBezTo>
                    <a:pt x="552862" y="297837"/>
                    <a:pt x="619496" y="231202"/>
                    <a:pt x="619601" y="148971"/>
                  </a:cubicBezTo>
                  <a:close/>
                  <a:moveTo>
                    <a:pt x="591026" y="148971"/>
                  </a:moveTo>
                  <a:cubicBezTo>
                    <a:pt x="590974" y="215464"/>
                    <a:pt x="537028" y="269324"/>
                    <a:pt x="470535" y="269272"/>
                  </a:cubicBezTo>
                  <a:cubicBezTo>
                    <a:pt x="404042" y="269219"/>
                    <a:pt x="350182" y="215274"/>
                    <a:pt x="350234" y="148781"/>
                  </a:cubicBezTo>
                  <a:cubicBezTo>
                    <a:pt x="350287" y="82325"/>
                    <a:pt x="404174" y="28480"/>
                    <a:pt x="470630" y="28480"/>
                  </a:cubicBezTo>
                  <a:cubicBezTo>
                    <a:pt x="537139" y="28532"/>
                    <a:pt x="591026" y="82463"/>
                    <a:pt x="591026" y="148971"/>
                  </a:cubicBezTo>
                  <a:close/>
                  <a:moveTo>
                    <a:pt x="29051" y="541115"/>
                  </a:moveTo>
                  <a:lnTo>
                    <a:pt x="29051" y="478441"/>
                  </a:lnTo>
                  <a:cubicBezTo>
                    <a:pt x="29104" y="438678"/>
                    <a:pt x="61297" y="406441"/>
                    <a:pt x="101060" y="406337"/>
                  </a:cubicBezTo>
                  <a:lnTo>
                    <a:pt x="218408" y="406337"/>
                  </a:lnTo>
                  <a:cubicBezTo>
                    <a:pt x="226299" y="406337"/>
                    <a:pt x="232696" y="399940"/>
                    <a:pt x="232696" y="392049"/>
                  </a:cubicBezTo>
                  <a:cubicBezTo>
                    <a:pt x="232696" y="384159"/>
                    <a:pt x="226299" y="377762"/>
                    <a:pt x="218408" y="377762"/>
                  </a:cubicBezTo>
                  <a:lnTo>
                    <a:pt x="100584" y="377762"/>
                  </a:lnTo>
                  <a:cubicBezTo>
                    <a:pt x="45039" y="377866"/>
                    <a:pt x="52" y="422896"/>
                    <a:pt x="0" y="478441"/>
                  </a:cubicBezTo>
                  <a:lnTo>
                    <a:pt x="0" y="541115"/>
                  </a:lnTo>
                  <a:cubicBezTo>
                    <a:pt x="0" y="549006"/>
                    <a:pt x="6397" y="555403"/>
                    <a:pt x="14288" y="555403"/>
                  </a:cubicBezTo>
                  <a:cubicBezTo>
                    <a:pt x="22178" y="555403"/>
                    <a:pt x="28575" y="549006"/>
                    <a:pt x="28575" y="541115"/>
                  </a:cubicBezTo>
                  <a:close/>
                  <a:moveTo>
                    <a:pt x="270605" y="241744"/>
                  </a:moveTo>
                  <a:cubicBezTo>
                    <a:pt x="270605" y="182143"/>
                    <a:pt x="222288" y="133826"/>
                    <a:pt x="162687" y="133826"/>
                  </a:cubicBezTo>
                  <a:cubicBezTo>
                    <a:pt x="103085" y="133827"/>
                    <a:pt x="54769" y="182144"/>
                    <a:pt x="54769" y="241745"/>
                  </a:cubicBezTo>
                  <a:cubicBezTo>
                    <a:pt x="54769" y="301347"/>
                    <a:pt x="103086" y="349664"/>
                    <a:pt x="162687" y="349663"/>
                  </a:cubicBezTo>
                  <a:cubicBezTo>
                    <a:pt x="162782" y="349663"/>
                    <a:pt x="162878" y="349663"/>
                    <a:pt x="162973" y="349663"/>
                  </a:cubicBezTo>
                  <a:cubicBezTo>
                    <a:pt x="222419" y="349401"/>
                    <a:pt x="270501" y="301192"/>
                    <a:pt x="270605" y="241744"/>
                  </a:cubicBezTo>
                  <a:close/>
                  <a:moveTo>
                    <a:pt x="242030" y="241744"/>
                  </a:moveTo>
                  <a:cubicBezTo>
                    <a:pt x="242030" y="285564"/>
                    <a:pt x="206507" y="321088"/>
                    <a:pt x="162686" y="321087"/>
                  </a:cubicBezTo>
                  <a:cubicBezTo>
                    <a:pt x="118866" y="321087"/>
                    <a:pt x="83344" y="285563"/>
                    <a:pt x="83344" y="241744"/>
                  </a:cubicBezTo>
                  <a:cubicBezTo>
                    <a:pt x="83344" y="197924"/>
                    <a:pt x="118867" y="162400"/>
                    <a:pt x="162688" y="162400"/>
                  </a:cubicBezTo>
                  <a:cubicBezTo>
                    <a:pt x="162782" y="162400"/>
                    <a:pt x="162878" y="162401"/>
                    <a:pt x="162973" y="162401"/>
                  </a:cubicBezTo>
                  <a:cubicBezTo>
                    <a:pt x="206659" y="162611"/>
                    <a:pt x="241979" y="198057"/>
                    <a:pt x="242030" y="241744"/>
                  </a:cubicBezTo>
                  <a:close/>
                  <a:moveTo>
                    <a:pt x="940975" y="541115"/>
                  </a:moveTo>
                  <a:lnTo>
                    <a:pt x="940975" y="478441"/>
                  </a:lnTo>
                  <a:cubicBezTo>
                    <a:pt x="940927" y="423007"/>
                    <a:pt x="896112" y="378023"/>
                    <a:pt x="840677" y="377762"/>
                  </a:cubicBezTo>
                  <a:lnTo>
                    <a:pt x="722852" y="377762"/>
                  </a:lnTo>
                  <a:cubicBezTo>
                    <a:pt x="714962" y="377762"/>
                    <a:pt x="708565" y="384159"/>
                    <a:pt x="708565" y="392049"/>
                  </a:cubicBezTo>
                  <a:cubicBezTo>
                    <a:pt x="708565" y="399940"/>
                    <a:pt x="714962" y="406337"/>
                    <a:pt x="722852" y="406337"/>
                  </a:cubicBezTo>
                  <a:lnTo>
                    <a:pt x="840677" y="406337"/>
                  </a:lnTo>
                  <a:cubicBezTo>
                    <a:pt x="880443" y="406441"/>
                    <a:pt x="912638" y="438678"/>
                    <a:pt x="912686" y="478441"/>
                  </a:cubicBezTo>
                  <a:lnTo>
                    <a:pt x="912686" y="541115"/>
                  </a:lnTo>
                  <a:cubicBezTo>
                    <a:pt x="912686" y="549006"/>
                    <a:pt x="919086" y="555403"/>
                    <a:pt x="926973" y="555403"/>
                  </a:cubicBezTo>
                  <a:cubicBezTo>
                    <a:pt x="934860" y="555403"/>
                    <a:pt x="941261" y="549006"/>
                    <a:pt x="941261" y="541115"/>
                  </a:cubicBezTo>
                  <a:close/>
                  <a:moveTo>
                    <a:pt x="885920" y="241744"/>
                  </a:moveTo>
                  <a:cubicBezTo>
                    <a:pt x="885920" y="182143"/>
                    <a:pt x="837603" y="133826"/>
                    <a:pt x="778002" y="133826"/>
                  </a:cubicBezTo>
                  <a:cubicBezTo>
                    <a:pt x="718400" y="133827"/>
                    <a:pt x="670084" y="182144"/>
                    <a:pt x="670084" y="241745"/>
                  </a:cubicBezTo>
                  <a:cubicBezTo>
                    <a:pt x="670084" y="301347"/>
                    <a:pt x="718400" y="349664"/>
                    <a:pt x="778002" y="349663"/>
                  </a:cubicBezTo>
                  <a:cubicBezTo>
                    <a:pt x="778097" y="349663"/>
                    <a:pt x="778193" y="349663"/>
                    <a:pt x="778288" y="349663"/>
                  </a:cubicBezTo>
                  <a:cubicBezTo>
                    <a:pt x="837846" y="349558"/>
                    <a:pt x="886101" y="301302"/>
                    <a:pt x="886206" y="241744"/>
                  </a:cubicBezTo>
                  <a:close/>
                  <a:moveTo>
                    <a:pt x="857345" y="241744"/>
                  </a:moveTo>
                  <a:cubicBezTo>
                    <a:pt x="857345" y="285564"/>
                    <a:pt x="821822" y="321088"/>
                    <a:pt x="778001" y="321087"/>
                  </a:cubicBezTo>
                  <a:cubicBezTo>
                    <a:pt x="734181" y="321087"/>
                    <a:pt x="698659" y="285563"/>
                    <a:pt x="698659" y="241744"/>
                  </a:cubicBezTo>
                  <a:cubicBezTo>
                    <a:pt x="698659" y="197924"/>
                    <a:pt x="734182" y="162400"/>
                    <a:pt x="778003" y="162400"/>
                  </a:cubicBezTo>
                  <a:cubicBezTo>
                    <a:pt x="778097" y="162400"/>
                    <a:pt x="778193" y="162401"/>
                    <a:pt x="778288" y="162401"/>
                  </a:cubicBezTo>
                  <a:cubicBezTo>
                    <a:pt x="822086" y="162454"/>
                    <a:pt x="857574" y="197946"/>
                    <a:pt x="857631" y="241744"/>
                  </a:cubicBezTo>
                  <a:close/>
                </a:path>
              </a:pathLst>
            </a:custGeom>
            <a:solidFill>
              <a:srgbClr val="3CA59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25aa72486d4_0_0"/>
            <p:cNvSpPr/>
            <p:nvPr/>
          </p:nvSpPr>
          <p:spPr>
            <a:xfrm>
              <a:off x="9863285" y="1121677"/>
              <a:ext cx="95700" cy="95700"/>
            </a:xfrm>
            <a:prstGeom prst="roundRect">
              <a:avLst>
                <a:gd name="adj" fmla="val 16667"/>
              </a:avLst>
            </a:prstGeom>
            <a:solidFill>
              <a:srgbClr val="3CA592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9" name="Google Shape;469;g25aa72486d4_0_0"/>
          <p:cNvSpPr txBox="1"/>
          <p:nvPr/>
        </p:nvSpPr>
        <p:spPr>
          <a:xfrm>
            <a:off x="8761014" y="3191388"/>
            <a:ext cx="136778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Public Service Edge</a:t>
            </a:r>
            <a:r>
              <a:rPr lang="en-US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g25aa72486d4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0550" y="2328617"/>
            <a:ext cx="650933" cy="65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25aa72486d4_0_0"/>
          <p:cNvSpPr txBox="1"/>
          <p:nvPr/>
        </p:nvSpPr>
        <p:spPr>
          <a:xfrm>
            <a:off x="7107818" y="1461888"/>
            <a:ext cx="113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SaaS | Internet</a:t>
            </a:r>
            <a:endParaRPr sz="900" b="1" i="0" u="none" strike="noStrike" cap="none">
              <a:solidFill>
                <a:srgbClr val="57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25aa72486d4_0_0"/>
          <p:cNvSpPr/>
          <p:nvPr/>
        </p:nvSpPr>
        <p:spPr>
          <a:xfrm>
            <a:off x="5738805" y="3560688"/>
            <a:ext cx="1327200" cy="256500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</p:spPr>
        <p:txBody>
          <a:bodyPr spcFirstLastPara="1" wrap="square" lIns="96000" tIns="81275" rIns="4800" bIns="81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SSL Inspection</a:t>
            </a:r>
            <a:endParaRPr sz="7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25aa72486d4_0_0"/>
          <p:cNvSpPr/>
          <p:nvPr/>
        </p:nvSpPr>
        <p:spPr>
          <a:xfrm>
            <a:off x="5837074" y="3595820"/>
            <a:ext cx="168062" cy="177415"/>
          </a:xfrm>
          <a:custGeom>
            <a:avLst/>
            <a:gdLst/>
            <a:ahLst/>
            <a:cxnLst/>
            <a:rect l="l" t="t" r="r" b="b"/>
            <a:pathLst>
              <a:path w="483633" h="482761" extrusionOk="0">
                <a:moveTo>
                  <a:pt x="383229" y="344742"/>
                </a:moveTo>
                <a:cubicBezTo>
                  <a:pt x="383229" y="344742"/>
                  <a:pt x="388057" y="349573"/>
                  <a:pt x="392885" y="354405"/>
                </a:cubicBezTo>
                <a:cubicBezTo>
                  <a:pt x="392885" y="354405"/>
                  <a:pt x="392885" y="354405"/>
                  <a:pt x="480012" y="440488"/>
                </a:cubicBezTo>
                <a:cubicBezTo>
                  <a:pt x="484840" y="446417"/>
                  <a:pt x="484840" y="454981"/>
                  <a:pt x="480012" y="460911"/>
                </a:cubicBezTo>
                <a:cubicBezTo>
                  <a:pt x="480012" y="460911"/>
                  <a:pt x="480012" y="460911"/>
                  <a:pt x="460699" y="479137"/>
                </a:cubicBezTo>
                <a:cubicBezTo>
                  <a:pt x="455871" y="483969"/>
                  <a:pt x="447312" y="483969"/>
                  <a:pt x="441386" y="479137"/>
                </a:cubicBezTo>
                <a:cubicBezTo>
                  <a:pt x="441386" y="479137"/>
                  <a:pt x="441386" y="479137"/>
                  <a:pt x="355358" y="393274"/>
                </a:cubicBezTo>
                <a:cubicBezTo>
                  <a:pt x="349432" y="387125"/>
                  <a:pt x="345701" y="382294"/>
                  <a:pt x="345701" y="382294"/>
                </a:cubicBezTo>
                <a:cubicBezTo>
                  <a:pt x="345701" y="382294"/>
                  <a:pt x="345701" y="382294"/>
                  <a:pt x="383229" y="344742"/>
                </a:cubicBezTo>
                <a:close/>
                <a:moveTo>
                  <a:pt x="351241" y="317883"/>
                </a:moveTo>
                <a:cubicBezTo>
                  <a:pt x="354419" y="317584"/>
                  <a:pt x="357459" y="318508"/>
                  <a:pt x="359338" y="320358"/>
                </a:cubicBezTo>
                <a:cubicBezTo>
                  <a:pt x="364202" y="325144"/>
                  <a:pt x="367739" y="328625"/>
                  <a:pt x="367739" y="328625"/>
                </a:cubicBezTo>
                <a:cubicBezTo>
                  <a:pt x="367739" y="328625"/>
                  <a:pt x="367739" y="328625"/>
                  <a:pt x="328828" y="365829"/>
                </a:cubicBezTo>
                <a:cubicBezTo>
                  <a:pt x="328828" y="365829"/>
                  <a:pt x="325070" y="362348"/>
                  <a:pt x="321532" y="358649"/>
                </a:cubicBezTo>
                <a:cubicBezTo>
                  <a:pt x="316668" y="353863"/>
                  <a:pt x="317774" y="345595"/>
                  <a:pt x="322638" y="340809"/>
                </a:cubicBezTo>
                <a:cubicBezTo>
                  <a:pt x="322638" y="340809"/>
                  <a:pt x="322638" y="340809"/>
                  <a:pt x="342314" y="322751"/>
                </a:cubicBezTo>
                <a:cubicBezTo>
                  <a:pt x="344746" y="319705"/>
                  <a:pt x="348062" y="318182"/>
                  <a:pt x="351241" y="317883"/>
                </a:cubicBezTo>
                <a:close/>
                <a:moveTo>
                  <a:pt x="187879" y="48559"/>
                </a:moveTo>
                <a:cubicBezTo>
                  <a:pt x="150314" y="48559"/>
                  <a:pt x="115166" y="63061"/>
                  <a:pt x="89683" y="89648"/>
                </a:cubicBezTo>
                <a:cubicBezTo>
                  <a:pt x="63103" y="116454"/>
                  <a:pt x="48604" y="150292"/>
                  <a:pt x="48604" y="187865"/>
                </a:cubicBezTo>
                <a:cubicBezTo>
                  <a:pt x="48604" y="225438"/>
                  <a:pt x="63103" y="259056"/>
                  <a:pt x="89683" y="285863"/>
                </a:cubicBezTo>
                <a:cubicBezTo>
                  <a:pt x="115166" y="312449"/>
                  <a:pt x="150314" y="325853"/>
                  <a:pt x="187879" y="325853"/>
                </a:cubicBezTo>
                <a:cubicBezTo>
                  <a:pt x="224125" y="325853"/>
                  <a:pt x="259054" y="312449"/>
                  <a:pt x="285635" y="285863"/>
                </a:cubicBezTo>
                <a:cubicBezTo>
                  <a:pt x="339016" y="231590"/>
                  <a:pt x="339016" y="144140"/>
                  <a:pt x="285635" y="89648"/>
                </a:cubicBezTo>
                <a:cubicBezTo>
                  <a:pt x="259054" y="63061"/>
                  <a:pt x="224125" y="48559"/>
                  <a:pt x="187879" y="48559"/>
                </a:cubicBezTo>
                <a:close/>
                <a:moveTo>
                  <a:pt x="187879" y="0"/>
                </a:moveTo>
                <a:cubicBezTo>
                  <a:pt x="237526" y="0"/>
                  <a:pt x="284536" y="19336"/>
                  <a:pt x="319685" y="54492"/>
                </a:cubicBezTo>
                <a:cubicBezTo>
                  <a:pt x="355931" y="90966"/>
                  <a:pt x="375483" y="138207"/>
                  <a:pt x="375483" y="187865"/>
                </a:cubicBezTo>
                <a:cubicBezTo>
                  <a:pt x="375483" y="237523"/>
                  <a:pt x="355931" y="284544"/>
                  <a:pt x="319685" y="319700"/>
                </a:cubicBezTo>
                <a:cubicBezTo>
                  <a:pt x="284536" y="356175"/>
                  <a:pt x="237526" y="375510"/>
                  <a:pt x="187879" y="375510"/>
                </a:cubicBezTo>
                <a:cubicBezTo>
                  <a:pt x="136914" y="375510"/>
                  <a:pt x="89683" y="356175"/>
                  <a:pt x="54535" y="319700"/>
                </a:cubicBezTo>
                <a:cubicBezTo>
                  <a:pt x="-18178" y="246971"/>
                  <a:pt x="-18178" y="128539"/>
                  <a:pt x="54535" y="54492"/>
                </a:cubicBezTo>
                <a:cubicBezTo>
                  <a:pt x="89683" y="19336"/>
                  <a:pt x="136914" y="0"/>
                  <a:pt x="18787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tile tx="0" ty="0" sx="99999" sy="99999" flip="none" algn="tl"/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25aa72486d4_0_0"/>
          <p:cNvSpPr/>
          <p:nvPr/>
        </p:nvSpPr>
        <p:spPr>
          <a:xfrm>
            <a:off x="5437761" y="5703161"/>
            <a:ext cx="1994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rgbClr val="3B3E42"/>
                </a:solidFill>
                <a:latin typeface="Arial"/>
                <a:ea typeface="Arial"/>
                <a:cs typeface="Arial"/>
                <a:sym typeface="Arial"/>
              </a:rPr>
              <a:t>Workforce (Region-X)</a:t>
            </a:r>
            <a:endParaRPr sz="8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25aa72486d4_0_0"/>
          <p:cNvSpPr/>
          <p:nvPr/>
        </p:nvSpPr>
        <p:spPr>
          <a:xfrm>
            <a:off x="5952850" y="5900188"/>
            <a:ext cx="963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rgbClr val="3B3E42"/>
                </a:solidFill>
                <a:latin typeface="Arial"/>
                <a:ea typeface="Arial"/>
                <a:cs typeface="Arial"/>
                <a:sym typeface="Arial"/>
              </a:rPr>
              <a:t>On | Off - net</a:t>
            </a:r>
            <a:endParaRPr sz="8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g25aa72486d4_0_0"/>
          <p:cNvGrpSpPr/>
          <p:nvPr/>
        </p:nvGrpSpPr>
        <p:grpSpPr>
          <a:xfrm>
            <a:off x="8976742" y="5296910"/>
            <a:ext cx="528138" cy="369300"/>
            <a:chOff x="4829100" y="4115607"/>
            <a:chExt cx="488203" cy="341692"/>
          </a:xfrm>
        </p:grpSpPr>
        <p:sp>
          <p:nvSpPr>
            <p:cNvPr id="477" name="Google Shape;477;g25aa72486d4_0_0"/>
            <p:cNvSpPr/>
            <p:nvPr/>
          </p:nvSpPr>
          <p:spPr>
            <a:xfrm>
              <a:off x="4829100" y="4115607"/>
              <a:ext cx="488203" cy="341692"/>
            </a:xfrm>
            <a:custGeom>
              <a:avLst/>
              <a:gdLst/>
              <a:ahLst/>
              <a:cxnLst/>
              <a:rect l="l" t="t" r="r" b="b"/>
              <a:pathLst>
                <a:path w="765809" h="519683" extrusionOk="0">
                  <a:moveTo>
                    <a:pt x="673799" y="360807"/>
                  </a:moveTo>
                  <a:cubicBezTo>
                    <a:pt x="665911" y="361018"/>
                    <a:pt x="659345" y="354794"/>
                    <a:pt x="659135" y="346905"/>
                  </a:cubicBezTo>
                  <a:cubicBezTo>
                    <a:pt x="659132" y="346777"/>
                    <a:pt x="659130" y="346648"/>
                    <a:pt x="659130" y="346519"/>
                  </a:cubicBezTo>
                  <a:lnTo>
                    <a:pt x="659130" y="61913"/>
                  </a:lnTo>
                  <a:cubicBezTo>
                    <a:pt x="659130" y="43501"/>
                    <a:pt x="644204" y="28575"/>
                    <a:pt x="625793" y="28575"/>
                  </a:cubicBezTo>
                  <a:lnTo>
                    <a:pt x="139637" y="28575"/>
                  </a:lnTo>
                  <a:cubicBezTo>
                    <a:pt x="121225" y="28575"/>
                    <a:pt x="106299" y="43501"/>
                    <a:pt x="106299" y="61913"/>
                  </a:cubicBezTo>
                  <a:lnTo>
                    <a:pt x="106299" y="346519"/>
                  </a:lnTo>
                  <a:cubicBezTo>
                    <a:pt x="106299" y="354410"/>
                    <a:pt x="99902" y="360807"/>
                    <a:pt x="92012" y="360807"/>
                  </a:cubicBezTo>
                  <a:cubicBezTo>
                    <a:pt x="84121" y="360807"/>
                    <a:pt x="77724" y="354410"/>
                    <a:pt x="77724" y="346519"/>
                  </a:cubicBezTo>
                  <a:lnTo>
                    <a:pt x="77724" y="61913"/>
                  </a:lnTo>
                  <a:cubicBezTo>
                    <a:pt x="77724" y="27719"/>
                    <a:pt x="105443" y="0"/>
                    <a:pt x="139637" y="0"/>
                  </a:cubicBezTo>
                  <a:lnTo>
                    <a:pt x="626174" y="0"/>
                  </a:lnTo>
                  <a:cubicBezTo>
                    <a:pt x="660367" y="0"/>
                    <a:pt x="688086" y="27719"/>
                    <a:pt x="688086" y="61913"/>
                  </a:cubicBezTo>
                  <a:lnTo>
                    <a:pt x="688086" y="346519"/>
                  </a:lnTo>
                  <a:cubicBezTo>
                    <a:pt x="688086" y="354410"/>
                    <a:pt x="681689" y="360807"/>
                    <a:pt x="673799" y="360807"/>
                  </a:cubicBezTo>
                  <a:close/>
                  <a:moveTo>
                    <a:pt x="765810" y="467296"/>
                  </a:moveTo>
                  <a:lnTo>
                    <a:pt x="765810" y="441674"/>
                  </a:lnTo>
                  <a:cubicBezTo>
                    <a:pt x="765753" y="412763"/>
                    <a:pt x="742334" y="389339"/>
                    <a:pt x="713423" y="389287"/>
                  </a:cubicBezTo>
                  <a:lnTo>
                    <a:pt x="52388" y="389287"/>
                  </a:lnTo>
                  <a:cubicBezTo>
                    <a:pt x="23476" y="389339"/>
                    <a:pt x="52" y="412763"/>
                    <a:pt x="0" y="441674"/>
                  </a:cubicBezTo>
                  <a:lnTo>
                    <a:pt x="0" y="467296"/>
                  </a:lnTo>
                  <a:cubicBezTo>
                    <a:pt x="0" y="496230"/>
                    <a:pt x="23454" y="519684"/>
                    <a:pt x="52388" y="519684"/>
                  </a:cubicBezTo>
                  <a:lnTo>
                    <a:pt x="713423" y="519684"/>
                  </a:lnTo>
                  <a:cubicBezTo>
                    <a:pt x="742356" y="519684"/>
                    <a:pt x="765810" y="496230"/>
                    <a:pt x="765810" y="467296"/>
                  </a:cubicBezTo>
                  <a:close/>
                  <a:moveTo>
                    <a:pt x="713423" y="417862"/>
                  </a:moveTo>
                  <a:cubicBezTo>
                    <a:pt x="726552" y="417914"/>
                    <a:pt x="737183" y="428545"/>
                    <a:pt x="737235" y="441674"/>
                  </a:cubicBezTo>
                  <a:lnTo>
                    <a:pt x="737235" y="467296"/>
                  </a:lnTo>
                  <a:cubicBezTo>
                    <a:pt x="737183" y="480426"/>
                    <a:pt x="726552" y="491057"/>
                    <a:pt x="713423" y="491109"/>
                  </a:cubicBezTo>
                  <a:lnTo>
                    <a:pt x="52388" y="491109"/>
                  </a:lnTo>
                  <a:cubicBezTo>
                    <a:pt x="39258" y="491057"/>
                    <a:pt x="28627" y="480426"/>
                    <a:pt x="28575" y="467296"/>
                  </a:cubicBezTo>
                  <a:lnTo>
                    <a:pt x="28575" y="441674"/>
                  </a:lnTo>
                  <a:cubicBezTo>
                    <a:pt x="28627" y="428545"/>
                    <a:pt x="39258" y="417914"/>
                    <a:pt x="52388" y="417862"/>
                  </a:cubicBezTo>
                  <a:close/>
                  <a:moveTo>
                    <a:pt x="382905" y="435483"/>
                  </a:moveTo>
                  <a:cubicBezTo>
                    <a:pt x="372384" y="435483"/>
                    <a:pt x="363855" y="444012"/>
                    <a:pt x="363855" y="454533"/>
                  </a:cubicBezTo>
                  <a:cubicBezTo>
                    <a:pt x="363855" y="465054"/>
                    <a:pt x="372384" y="473583"/>
                    <a:pt x="382905" y="473583"/>
                  </a:cubicBezTo>
                  <a:cubicBezTo>
                    <a:pt x="393426" y="473583"/>
                    <a:pt x="401955" y="465054"/>
                    <a:pt x="401955" y="454533"/>
                  </a:cubicBezTo>
                  <a:cubicBezTo>
                    <a:pt x="401955" y="444012"/>
                    <a:pt x="393426" y="435483"/>
                    <a:pt x="382905" y="435483"/>
                  </a:cubicBezTo>
                  <a:close/>
                </a:path>
              </a:pathLst>
            </a:custGeom>
            <a:solidFill>
              <a:srgbClr val="236BF5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25aa72486d4_0_0"/>
            <p:cNvSpPr/>
            <p:nvPr/>
          </p:nvSpPr>
          <p:spPr>
            <a:xfrm>
              <a:off x="4969222" y="4169601"/>
              <a:ext cx="210189" cy="133150"/>
            </a:xfrm>
            <a:custGeom>
              <a:avLst/>
              <a:gdLst/>
              <a:ahLst/>
              <a:cxnLst/>
              <a:rect l="l" t="t" r="r" b="b"/>
              <a:pathLst>
                <a:path w="793165" h="488625" extrusionOk="0">
                  <a:moveTo>
                    <a:pt x="612094" y="132442"/>
                  </a:moveTo>
                  <a:cubicBezTo>
                    <a:pt x="698085" y="129153"/>
                    <a:pt x="777431" y="162851"/>
                    <a:pt x="791371" y="248274"/>
                  </a:cubicBezTo>
                  <a:cubicBezTo>
                    <a:pt x="805311" y="327525"/>
                    <a:pt x="735610" y="371373"/>
                    <a:pt x="666234" y="377219"/>
                  </a:cubicBezTo>
                  <a:cubicBezTo>
                    <a:pt x="632518" y="438931"/>
                    <a:pt x="559251" y="488625"/>
                    <a:pt x="456159" y="488625"/>
                  </a:cubicBezTo>
                  <a:cubicBezTo>
                    <a:pt x="408504" y="488625"/>
                    <a:pt x="371222" y="482454"/>
                    <a:pt x="333616" y="462641"/>
                  </a:cubicBezTo>
                  <a:cubicBezTo>
                    <a:pt x="323566" y="464590"/>
                    <a:pt x="315786" y="464590"/>
                    <a:pt x="305736" y="464590"/>
                  </a:cubicBezTo>
                  <a:cubicBezTo>
                    <a:pt x="268130" y="464590"/>
                    <a:pt x="244140" y="456795"/>
                    <a:pt x="220474" y="428862"/>
                  </a:cubicBezTo>
                  <a:cubicBezTo>
                    <a:pt x="270075" y="365526"/>
                    <a:pt x="418554" y="252171"/>
                    <a:pt x="601072" y="309661"/>
                  </a:cubicBezTo>
                  <a:cubicBezTo>
                    <a:pt x="698004" y="341491"/>
                    <a:pt x="721994" y="268086"/>
                    <a:pt x="698004" y="240478"/>
                  </a:cubicBezTo>
                  <a:cubicBezTo>
                    <a:pt x="606907" y="137192"/>
                    <a:pt x="398454" y="230735"/>
                    <a:pt x="392943" y="238530"/>
                  </a:cubicBezTo>
                  <a:cubicBezTo>
                    <a:pt x="433466" y="176006"/>
                    <a:pt x="526103" y="135731"/>
                    <a:pt x="612094" y="132442"/>
                  </a:cubicBezTo>
                  <a:close/>
                  <a:moveTo>
                    <a:pt x="419071" y="0"/>
                  </a:moveTo>
                  <a:cubicBezTo>
                    <a:pt x="488547" y="0"/>
                    <a:pt x="536272" y="3906"/>
                    <a:pt x="577827" y="41664"/>
                  </a:cubicBezTo>
                  <a:cubicBezTo>
                    <a:pt x="512247" y="31899"/>
                    <a:pt x="433031" y="57613"/>
                    <a:pt x="343751" y="117505"/>
                  </a:cubicBezTo>
                  <a:lnTo>
                    <a:pt x="353815" y="121411"/>
                  </a:lnTo>
                  <a:cubicBezTo>
                    <a:pt x="446667" y="81700"/>
                    <a:pt x="514195" y="105462"/>
                    <a:pt x="514195" y="105462"/>
                  </a:cubicBezTo>
                  <a:cubicBezTo>
                    <a:pt x="270379" y="191068"/>
                    <a:pt x="208694" y="356096"/>
                    <a:pt x="195059" y="427706"/>
                  </a:cubicBezTo>
                  <a:cubicBezTo>
                    <a:pt x="192786" y="427706"/>
                    <a:pt x="190838" y="425753"/>
                    <a:pt x="188890" y="427706"/>
                  </a:cubicBezTo>
                  <a:cubicBezTo>
                    <a:pt x="123310" y="445609"/>
                    <a:pt x="6110" y="377905"/>
                    <a:pt x="266" y="270490"/>
                  </a:cubicBezTo>
                  <a:cubicBezTo>
                    <a:pt x="-5578" y="163401"/>
                    <a:pt x="85650" y="69657"/>
                    <a:pt x="188890" y="69657"/>
                  </a:cubicBezTo>
                  <a:cubicBezTo>
                    <a:pt x="202851" y="69657"/>
                    <a:pt x="216811" y="69657"/>
                    <a:pt x="230771" y="73563"/>
                  </a:cubicBezTo>
                  <a:cubicBezTo>
                    <a:pt x="274275" y="27993"/>
                    <a:pt x="341803" y="0"/>
                    <a:pt x="419071" y="0"/>
                  </a:cubicBezTo>
                  <a:close/>
                </a:path>
              </a:pathLst>
            </a:custGeom>
            <a:solidFill>
              <a:srgbClr val="236BF5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rgbClr val="3B3E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9" name="Google Shape;479;g25aa72486d4_0_0"/>
          <p:cNvCxnSpPr/>
          <p:nvPr/>
        </p:nvCxnSpPr>
        <p:spPr>
          <a:xfrm rot="10800000">
            <a:off x="9066925" y="3819838"/>
            <a:ext cx="8700" cy="1347000"/>
          </a:xfrm>
          <a:prstGeom prst="straightConnector1">
            <a:avLst/>
          </a:prstGeom>
          <a:noFill/>
          <a:ln w="9525" cap="flat" cmpd="sng">
            <a:solidFill>
              <a:srgbClr val="236BF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0" name="Google Shape;480;g25aa72486d4_0_0"/>
          <p:cNvSpPr/>
          <p:nvPr/>
        </p:nvSpPr>
        <p:spPr>
          <a:xfrm rot="-5400000">
            <a:off x="8680492" y="4440496"/>
            <a:ext cx="759600" cy="193500"/>
          </a:xfrm>
          <a:prstGeom prst="roundRect">
            <a:avLst>
              <a:gd name="adj" fmla="val 50000"/>
            </a:avLst>
          </a:prstGeom>
          <a:solidFill>
            <a:srgbClr val="236BF5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Z-Tunnels</a:t>
            </a:r>
            <a:endParaRPr sz="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481;g25aa72486d4_0_0"/>
          <p:cNvGrpSpPr/>
          <p:nvPr/>
        </p:nvGrpSpPr>
        <p:grpSpPr>
          <a:xfrm>
            <a:off x="8617324" y="5349241"/>
            <a:ext cx="304559" cy="264643"/>
            <a:chOff x="9598762" y="862283"/>
            <a:chExt cx="374151" cy="355559"/>
          </a:xfrm>
        </p:grpSpPr>
        <p:sp>
          <p:nvSpPr>
            <p:cNvPr id="482" name="Google Shape;482;g25aa72486d4_0_0"/>
            <p:cNvSpPr/>
            <p:nvPr/>
          </p:nvSpPr>
          <p:spPr>
            <a:xfrm>
              <a:off x="9612477" y="1122142"/>
              <a:ext cx="95700" cy="95700"/>
            </a:xfrm>
            <a:prstGeom prst="roundRect">
              <a:avLst>
                <a:gd name="adj" fmla="val 16667"/>
              </a:avLst>
            </a:prstGeom>
            <a:solidFill>
              <a:srgbClr val="DC6B65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25aa72486d4_0_0"/>
            <p:cNvSpPr/>
            <p:nvPr/>
          </p:nvSpPr>
          <p:spPr>
            <a:xfrm>
              <a:off x="9737881" y="1121752"/>
              <a:ext cx="95700" cy="95700"/>
            </a:xfrm>
            <a:prstGeom prst="roundRect">
              <a:avLst>
                <a:gd name="adj" fmla="val 16667"/>
              </a:avLst>
            </a:prstGeom>
            <a:solidFill>
              <a:srgbClr val="DC6B65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25aa72486d4_0_0"/>
            <p:cNvSpPr/>
            <p:nvPr/>
          </p:nvSpPr>
          <p:spPr>
            <a:xfrm>
              <a:off x="9598762" y="862283"/>
              <a:ext cx="374151" cy="230492"/>
            </a:xfrm>
            <a:custGeom>
              <a:avLst/>
              <a:gdLst/>
              <a:ahLst/>
              <a:cxnLst/>
              <a:rect l="l" t="t" r="r" b="b"/>
              <a:pathLst>
                <a:path w="941260" h="555402" extrusionOk="0">
                  <a:moveTo>
                    <a:pt x="662940" y="555403"/>
                  </a:moveTo>
                  <a:cubicBezTo>
                    <a:pt x="655050" y="555403"/>
                    <a:pt x="648653" y="549006"/>
                    <a:pt x="648653" y="541115"/>
                  </a:cubicBezTo>
                  <a:lnTo>
                    <a:pt x="648653" y="454628"/>
                  </a:lnTo>
                  <a:cubicBezTo>
                    <a:pt x="648600" y="399415"/>
                    <a:pt x="603854" y="354668"/>
                    <a:pt x="548640" y="354616"/>
                  </a:cubicBezTo>
                  <a:lnTo>
                    <a:pt x="392621" y="354616"/>
                  </a:lnTo>
                  <a:cubicBezTo>
                    <a:pt x="337407" y="354668"/>
                    <a:pt x="292660" y="399415"/>
                    <a:pt x="292608" y="454628"/>
                  </a:cubicBezTo>
                  <a:lnTo>
                    <a:pt x="292608" y="541115"/>
                  </a:lnTo>
                  <a:cubicBezTo>
                    <a:pt x="292608" y="549006"/>
                    <a:pt x="286211" y="555403"/>
                    <a:pt x="278321" y="555403"/>
                  </a:cubicBezTo>
                  <a:cubicBezTo>
                    <a:pt x="270430" y="555403"/>
                    <a:pt x="264033" y="549006"/>
                    <a:pt x="264033" y="541115"/>
                  </a:cubicBezTo>
                  <a:lnTo>
                    <a:pt x="264033" y="454628"/>
                  </a:lnTo>
                  <a:cubicBezTo>
                    <a:pt x="264138" y="383655"/>
                    <a:pt x="321647" y="326146"/>
                    <a:pt x="392621" y="326041"/>
                  </a:cubicBezTo>
                  <a:lnTo>
                    <a:pt x="548640" y="326041"/>
                  </a:lnTo>
                  <a:cubicBezTo>
                    <a:pt x="619614" y="326146"/>
                    <a:pt x="677123" y="383655"/>
                    <a:pt x="677228" y="454628"/>
                  </a:cubicBezTo>
                  <a:lnTo>
                    <a:pt x="677228" y="541115"/>
                  </a:lnTo>
                  <a:cubicBezTo>
                    <a:pt x="677228" y="549006"/>
                    <a:pt x="670831" y="555403"/>
                    <a:pt x="662940" y="555403"/>
                  </a:cubicBezTo>
                  <a:close/>
                  <a:moveTo>
                    <a:pt x="619601" y="148971"/>
                  </a:moveTo>
                  <a:cubicBezTo>
                    <a:pt x="619601" y="66697"/>
                    <a:pt x="552904" y="0"/>
                    <a:pt x="470630" y="0"/>
                  </a:cubicBezTo>
                  <a:cubicBezTo>
                    <a:pt x="388356" y="0"/>
                    <a:pt x="321659" y="66697"/>
                    <a:pt x="321659" y="148971"/>
                  </a:cubicBezTo>
                  <a:cubicBezTo>
                    <a:pt x="321659" y="231245"/>
                    <a:pt x="388356" y="297942"/>
                    <a:pt x="470630" y="297942"/>
                  </a:cubicBezTo>
                  <a:cubicBezTo>
                    <a:pt x="552862" y="297837"/>
                    <a:pt x="619496" y="231202"/>
                    <a:pt x="619601" y="148971"/>
                  </a:cubicBezTo>
                  <a:close/>
                  <a:moveTo>
                    <a:pt x="591026" y="148971"/>
                  </a:moveTo>
                  <a:cubicBezTo>
                    <a:pt x="590974" y="215464"/>
                    <a:pt x="537028" y="269324"/>
                    <a:pt x="470535" y="269272"/>
                  </a:cubicBezTo>
                  <a:cubicBezTo>
                    <a:pt x="404042" y="269219"/>
                    <a:pt x="350182" y="215274"/>
                    <a:pt x="350234" y="148781"/>
                  </a:cubicBezTo>
                  <a:cubicBezTo>
                    <a:pt x="350287" y="82325"/>
                    <a:pt x="404174" y="28480"/>
                    <a:pt x="470630" y="28480"/>
                  </a:cubicBezTo>
                  <a:cubicBezTo>
                    <a:pt x="537139" y="28532"/>
                    <a:pt x="591026" y="82463"/>
                    <a:pt x="591026" y="148971"/>
                  </a:cubicBezTo>
                  <a:close/>
                  <a:moveTo>
                    <a:pt x="29051" y="541115"/>
                  </a:moveTo>
                  <a:lnTo>
                    <a:pt x="29051" y="478441"/>
                  </a:lnTo>
                  <a:cubicBezTo>
                    <a:pt x="29104" y="438678"/>
                    <a:pt x="61297" y="406441"/>
                    <a:pt x="101060" y="406337"/>
                  </a:cubicBezTo>
                  <a:lnTo>
                    <a:pt x="218408" y="406337"/>
                  </a:lnTo>
                  <a:cubicBezTo>
                    <a:pt x="226299" y="406337"/>
                    <a:pt x="232696" y="399940"/>
                    <a:pt x="232696" y="392049"/>
                  </a:cubicBezTo>
                  <a:cubicBezTo>
                    <a:pt x="232696" y="384159"/>
                    <a:pt x="226299" y="377762"/>
                    <a:pt x="218408" y="377762"/>
                  </a:cubicBezTo>
                  <a:lnTo>
                    <a:pt x="100584" y="377762"/>
                  </a:lnTo>
                  <a:cubicBezTo>
                    <a:pt x="45039" y="377866"/>
                    <a:pt x="52" y="422896"/>
                    <a:pt x="0" y="478441"/>
                  </a:cubicBezTo>
                  <a:lnTo>
                    <a:pt x="0" y="541115"/>
                  </a:lnTo>
                  <a:cubicBezTo>
                    <a:pt x="0" y="549006"/>
                    <a:pt x="6397" y="555403"/>
                    <a:pt x="14288" y="555403"/>
                  </a:cubicBezTo>
                  <a:cubicBezTo>
                    <a:pt x="22178" y="555403"/>
                    <a:pt x="28575" y="549006"/>
                    <a:pt x="28575" y="541115"/>
                  </a:cubicBezTo>
                  <a:close/>
                  <a:moveTo>
                    <a:pt x="270605" y="241744"/>
                  </a:moveTo>
                  <a:cubicBezTo>
                    <a:pt x="270605" y="182143"/>
                    <a:pt x="222288" y="133826"/>
                    <a:pt x="162687" y="133826"/>
                  </a:cubicBezTo>
                  <a:cubicBezTo>
                    <a:pt x="103085" y="133827"/>
                    <a:pt x="54769" y="182144"/>
                    <a:pt x="54769" y="241745"/>
                  </a:cubicBezTo>
                  <a:cubicBezTo>
                    <a:pt x="54769" y="301347"/>
                    <a:pt x="103086" y="349664"/>
                    <a:pt x="162687" y="349663"/>
                  </a:cubicBezTo>
                  <a:cubicBezTo>
                    <a:pt x="162782" y="349663"/>
                    <a:pt x="162878" y="349663"/>
                    <a:pt x="162973" y="349663"/>
                  </a:cubicBezTo>
                  <a:cubicBezTo>
                    <a:pt x="222419" y="349401"/>
                    <a:pt x="270501" y="301192"/>
                    <a:pt x="270605" y="241744"/>
                  </a:cubicBezTo>
                  <a:close/>
                  <a:moveTo>
                    <a:pt x="242030" y="241744"/>
                  </a:moveTo>
                  <a:cubicBezTo>
                    <a:pt x="242030" y="285564"/>
                    <a:pt x="206507" y="321088"/>
                    <a:pt x="162686" y="321087"/>
                  </a:cubicBezTo>
                  <a:cubicBezTo>
                    <a:pt x="118866" y="321087"/>
                    <a:pt x="83344" y="285563"/>
                    <a:pt x="83344" y="241744"/>
                  </a:cubicBezTo>
                  <a:cubicBezTo>
                    <a:pt x="83344" y="197924"/>
                    <a:pt x="118867" y="162400"/>
                    <a:pt x="162688" y="162400"/>
                  </a:cubicBezTo>
                  <a:cubicBezTo>
                    <a:pt x="162782" y="162400"/>
                    <a:pt x="162878" y="162401"/>
                    <a:pt x="162973" y="162401"/>
                  </a:cubicBezTo>
                  <a:cubicBezTo>
                    <a:pt x="206659" y="162611"/>
                    <a:pt x="241979" y="198057"/>
                    <a:pt x="242030" y="241744"/>
                  </a:cubicBezTo>
                  <a:close/>
                  <a:moveTo>
                    <a:pt x="940975" y="541115"/>
                  </a:moveTo>
                  <a:lnTo>
                    <a:pt x="940975" y="478441"/>
                  </a:lnTo>
                  <a:cubicBezTo>
                    <a:pt x="940927" y="423007"/>
                    <a:pt x="896112" y="378023"/>
                    <a:pt x="840677" y="377762"/>
                  </a:cubicBezTo>
                  <a:lnTo>
                    <a:pt x="722852" y="377762"/>
                  </a:lnTo>
                  <a:cubicBezTo>
                    <a:pt x="714962" y="377762"/>
                    <a:pt x="708565" y="384159"/>
                    <a:pt x="708565" y="392049"/>
                  </a:cubicBezTo>
                  <a:cubicBezTo>
                    <a:pt x="708565" y="399940"/>
                    <a:pt x="714962" y="406337"/>
                    <a:pt x="722852" y="406337"/>
                  </a:cubicBezTo>
                  <a:lnTo>
                    <a:pt x="840677" y="406337"/>
                  </a:lnTo>
                  <a:cubicBezTo>
                    <a:pt x="880443" y="406441"/>
                    <a:pt x="912638" y="438678"/>
                    <a:pt x="912686" y="478441"/>
                  </a:cubicBezTo>
                  <a:lnTo>
                    <a:pt x="912686" y="541115"/>
                  </a:lnTo>
                  <a:cubicBezTo>
                    <a:pt x="912686" y="549006"/>
                    <a:pt x="919086" y="555403"/>
                    <a:pt x="926973" y="555403"/>
                  </a:cubicBezTo>
                  <a:cubicBezTo>
                    <a:pt x="934860" y="555403"/>
                    <a:pt x="941261" y="549006"/>
                    <a:pt x="941261" y="541115"/>
                  </a:cubicBezTo>
                  <a:close/>
                  <a:moveTo>
                    <a:pt x="885920" y="241744"/>
                  </a:moveTo>
                  <a:cubicBezTo>
                    <a:pt x="885920" y="182143"/>
                    <a:pt x="837603" y="133826"/>
                    <a:pt x="778002" y="133826"/>
                  </a:cubicBezTo>
                  <a:cubicBezTo>
                    <a:pt x="718400" y="133827"/>
                    <a:pt x="670084" y="182144"/>
                    <a:pt x="670084" y="241745"/>
                  </a:cubicBezTo>
                  <a:cubicBezTo>
                    <a:pt x="670084" y="301347"/>
                    <a:pt x="718400" y="349664"/>
                    <a:pt x="778002" y="349663"/>
                  </a:cubicBezTo>
                  <a:cubicBezTo>
                    <a:pt x="778097" y="349663"/>
                    <a:pt x="778193" y="349663"/>
                    <a:pt x="778288" y="349663"/>
                  </a:cubicBezTo>
                  <a:cubicBezTo>
                    <a:pt x="837846" y="349558"/>
                    <a:pt x="886101" y="301302"/>
                    <a:pt x="886206" y="241744"/>
                  </a:cubicBezTo>
                  <a:close/>
                  <a:moveTo>
                    <a:pt x="857345" y="241744"/>
                  </a:moveTo>
                  <a:cubicBezTo>
                    <a:pt x="857345" y="285564"/>
                    <a:pt x="821822" y="321088"/>
                    <a:pt x="778001" y="321087"/>
                  </a:cubicBezTo>
                  <a:cubicBezTo>
                    <a:pt x="734181" y="321087"/>
                    <a:pt x="698659" y="285563"/>
                    <a:pt x="698659" y="241744"/>
                  </a:cubicBezTo>
                  <a:cubicBezTo>
                    <a:pt x="698659" y="197924"/>
                    <a:pt x="734182" y="162400"/>
                    <a:pt x="778003" y="162400"/>
                  </a:cubicBezTo>
                  <a:cubicBezTo>
                    <a:pt x="778097" y="162400"/>
                    <a:pt x="778193" y="162401"/>
                    <a:pt x="778288" y="162401"/>
                  </a:cubicBezTo>
                  <a:cubicBezTo>
                    <a:pt x="822086" y="162454"/>
                    <a:pt x="857574" y="197946"/>
                    <a:pt x="857631" y="241744"/>
                  </a:cubicBezTo>
                  <a:close/>
                </a:path>
              </a:pathLst>
            </a:custGeom>
            <a:solidFill>
              <a:srgbClr val="DC6B65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25aa72486d4_0_0"/>
            <p:cNvSpPr/>
            <p:nvPr/>
          </p:nvSpPr>
          <p:spPr>
            <a:xfrm>
              <a:off x="9863285" y="1121677"/>
              <a:ext cx="95700" cy="95700"/>
            </a:xfrm>
            <a:prstGeom prst="roundRect">
              <a:avLst>
                <a:gd name="adj" fmla="val 16667"/>
              </a:avLst>
            </a:prstGeom>
            <a:solidFill>
              <a:srgbClr val="DC6B65"/>
            </a:solidFill>
            <a:ln w="127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g25aa72486d4_0_0"/>
          <p:cNvSpPr/>
          <p:nvPr/>
        </p:nvSpPr>
        <p:spPr>
          <a:xfrm>
            <a:off x="8365105" y="3570288"/>
            <a:ext cx="1327200" cy="256500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</p:spPr>
        <p:txBody>
          <a:bodyPr spcFirstLastPara="1" wrap="square" lIns="96000" tIns="81275" rIns="4800" bIns="81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SSL Inspection</a:t>
            </a:r>
            <a:endParaRPr sz="7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25aa72486d4_0_0"/>
          <p:cNvSpPr/>
          <p:nvPr/>
        </p:nvSpPr>
        <p:spPr>
          <a:xfrm>
            <a:off x="8463374" y="3605420"/>
            <a:ext cx="168062" cy="177415"/>
          </a:xfrm>
          <a:custGeom>
            <a:avLst/>
            <a:gdLst/>
            <a:ahLst/>
            <a:cxnLst/>
            <a:rect l="l" t="t" r="r" b="b"/>
            <a:pathLst>
              <a:path w="483633" h="482761" extrusionOk="0">
                <a:moveTo>
                  <a:pt x="383229" y="344742"/>
                </a:moveTo>
                <a:cubicBezTo>
                  <a:pt x="383229" y="344742"/>
                  <a:pt x="388057" y="349573"/>
                  <a:pt x="392885" y="354405"/>
                </a:cubicBezTo>
                <a:cubicBezTo>
                  <a:pt x="392885" y="354405"/>
                  <a:pt x="392885" y="354405"/>
                  <a:pt x="480012" y="440488"/>
                </a:cubicBezTo>
                <a:cubicBezTo>
                  <a:pt x="484840" y="446417"/>
                  <a:pt x="484840" y="454981"/>
                  <a:pt x="480012" y="460911"/>
                </a:cubicBezTo>
                <a:cubicBezTo>
                  <a:pt x="480012" y="460911"/>
                  <a:pt x="480012" y="460911"/>
                  <a:pt x="460699" y="479137"/>
                </a:cubicBezTo>
                <a:cubicBezTo>
                  <a:pt x="455871" y="483969"/>
                  <a:pt x="447312" y="483969"/>
                  <a:pt x="441386" y="479137"/>
                </a:cubicBezTo>
                <a:cubicBezTo>
                  <a:pt x="441386" y="479137"/>
                  <a:pt x="441386" y="479137"/>
                  <a:pt x="355358" y="393274"/>
                </a:cubicBezTo>
                <a:cubicBezTo>
                  <a:pt x="349432" y="387125"/>
                  <a:pt x="345701" y="382294"/>
                  <a:pt x="345701" y="382294"/>
                </a:cubicBezTo>
                <a:cubicBezTo>
                  <a:pt x="345701" y="382294"/>
                  <a:pt x="345701" y="382294"/>
                  <a:pt x="383229" y="344742"/>
                </a:cubicBezTo>
                <a:close/>
                <a:moveTo>
                  <a:pt x="351241" y="317883"/>
                </a:moveTo>
                <a:cubicBezTo>
                  <a:pt x="354419" y="317584"/>
                  <a:pt x="357459" y="318508"/>
                  <a:pt x="359338" y="320358"/>
                </a:cubicBezTo>
                <a:cubicBezTo>
                  <a:pt x="364202" y="325144"/>
                  <a:pt x="367739" y="328625"/>
                  <a:pt x="367739" y="328625"/>
                </a:cubicBezTo>
                <a:cubicBezTo>
                  <a:pt x="367739" y="328625"/>
                  <a:pt x="367739" y="328625"/>
                  <a:pt x="328828" y="365829"/>
                </a:cubicBezTo>
                <a:cubicBezTo>
                  <a:pt x="328828" y="365829"/>
                  <a:pt x="325070" y="362348"/>
                  <a:pt x="321532" y="358649"/>
                </a:cubicBezTo>
                <a:cubicBezTo>
                  <a:pt x="316668" y="353863"/>
                  <a:pt x="317774" y="345595"/>
                  <a:pt x="322638" y="340809"/>
                </a:cubicBezTo>
                <a:cubicBezTo>
                  <a:pt x="322638" y="340809"/>
                  <a:pt x="322638" y="340809"/>
                  <a:pt x="342314" y="322751"/>
                </a:cubicBezTo>
                <a:cubicBezTo>
                  <a:pt x="344746" y="319705"/>
                  <a:pt x="348062" y="318182"/>
                  <a:pt x="351241" y="317883"/>
                </a:cubicBezTo>
                <a:close/>
                <a:moveTo>
                  <a:pt x="187879" y="48559"/>
                </a:moveTo>
                <a:cubicBezTo>
                  <a:pt x="150314" y="48559"/>
                  <a:pt x="115166" y="63061"/>
                  <a:pt x="89683" y="89648"/>
                </a:cubicBezTo>
                <a:cubicBezTo>
                  <a:pt x="63103" y="116454"/>
                  <a:pt x="48604" y="150292"/>
                  <a:pt x="48604" y="187865"/>
                </a:cubicBezTo>
                <a:cubicBezTo>
                  <a:pt x="48604" y="225438"/>
                  <a:pt x="63103" y="259056"/>
                  <a:pt x="89683" y="285863"/>
                </a:cubicBezTo>
                <a:cubicBezTo>
                  <a:pt x="115166" y="312449"/>
                  <a:pt x="150314" y="325853"/>
                  <a:pt x="187879" y="325853"/>
                </a:cubicBezTo>
                <a:cubicBezTo>
                  <a:pt x="224125" y="325853"/>
                  <a:pt x="259054" y="312449"/>
                  <a:pt x="285635" y="285863"/>
                </a:cubicBezTo>
                <a:cubicBezTo>
                  <a:pt x="339016" y="231590"/>
                  <a:pt x="339016" y="144140"/>
                  <a:pt x="285635" y="89648"/>
                </a:cubicBezTo>
                <a:cubicBezTo>
                  <a:pt x="259054" y="63061"/>
                  <a:pt x="224125" y="48559"/>
                  <a:pt x="187879" y="48559"/>
                </a:cubicBezTo>
                <a:close/>
                <a:moveTo>
                  <a:pt x="187879" y="0"/>
                </a:moveTo>
                <a:cubicBezTo>
                  <a:pt x="237526" y="0"/>
                  <a:pt x="284536" y="19336"/>
                  <a:pt x="319685" y="54492"/>
                </a:cubicBezTo>
                <a:cubicBezTo>
                  <a:pt x="355931" y="90966"/>
                  <a:pt x="375483" y="138207"/>
                  <a:pt x="375483" y="187865"/>
                </a:cubicBezTo>
                <a:cubicBezTo>
                  <a:pt x="375483" y="237523"/>
                  <a:pt x="355931" y="284544"/>
                  <a:pt x="319685" y="319700"/>
                </a:cubicBezTo>
                <a:cubicBezTo>
                  <a:pt x="284536" y="356175"/>
                  <a:pt x="237526" y="375510"/>
                  <a:pt x="187879" y="375510"/>
                </a:cubicBezTo>
                <a:cubicBezTo>
                  <a:pt x="136914" y="375510"/>
                  <a:pt x="89683" y="356175"/>
                  <a:pt x="54535" y="319700"/>
                </a:cubicBezTo>
                <a:cubicBezTo>
                  <a:pt x="-18178" y="246971"/>
                  <a:pt x="-18178" y="128539"/>
                  <a:pt x="54535" y="54492"/>
                </a:cubicBezTo>
                <a:cubicBezTo>
                  <a:pt x="89683" y="19336"/>
                  <a:pt x="136914" y="0"/>
                  <a:pt x="18787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tile tx="0" ty="0" sx="99999" sy="99999" flip="none" algn="tl"/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25aa72486d4_0_0"/>
          <p:cNvSpPr/>
          <p:nvPr/>
        </p:nvSpPr>
        <p:spPr>
          <a:xfrm>
            <a:off x="8064061" y="5712761"/>
            <a:ext cx="1994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rgbClr val="3B3E42"/>
                </a:solidFill>
                <a:latin typeface="Arial"/>
                <a:ea typeface="Arial"/>
                <a:cs typeface="Arial"/>
                <a:sym typeface="Arial"/>
              </a:rPr>
              <a:t>Workforce (Region-Y)</a:t>
            </a:r>
            <a:endParaRPr sz="8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25aa72486d4_0_0"/>
          <p:cNvSpPr/>
          <p:nvPr/>
        </p:nvSpPr>
        <p:spPr>
          <a:xfrm>
            <a:off x="8579150" y="5909788"/>
            <a:ext cx="963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rgbClr val="3B3E42"/>
                </a:solidFill>
                <a:latin typeface="Arial"/>
                <a:ea typeface="Arial"/>
                <a:cs typeface="Arial"/>
                <a:sym typeface="Arial"/>
              </a:rPr>
              <a:t>On | Off - net</a:t>
            </a:r>
            <a:endParaRPr sz="8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381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3B3E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25aa72486d4_0_0"/>
          <p:cNvSpPr/>
          <p:nvPr/>
        </p:nvSpPr>
        <p:spPr>
          <a:xfrm>
            <a:off x="7224488" y="4106900"/>
            <a:ext cx="9639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rgbClr val="3B3E42"/>
                </a:solidFill>
                <a:latin typeface="Arial"/>
                <a:ea typeface="Arial"/>
                <a:cs typeface="Arial"/>
                <a:sym typeface="Arial"/>
              </a:rPr>
              <a:t>Admin Console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25aa72486d4_0_0"/>
          <p:cNvSpPr/>
          <p:nvPr/>
        </p:nvSpPr>
        <p:spPr>
          <a:xfrm rot="5400000">
            <a:off x="7560390" y="3659496"/>
            <a:ext cx="251267" cy="176851"/>
          </a:xfrm>
          <a:custGeom>
            <a:avLst/>
            <a:gdLst/>
            <a:ahLst/>
            <a:cxnLst/>
            <a:rect l="l" t="t" r="r" b="b"/>
            <a:pathLst>
              <a:path w="1794767" h="355480" extrusionOk="0">
                <a:moveTo>
                  <a:pt x="0" y="127000"/>
                </a:moveTo>
                <a:lnTo>
                  <a:pt x="1794767" y="0"/>
                </a:lnTo>
                <a:lnTo>
                  <a:pt x="1794767" y="355480"/>
                </a:lnTo>
                <a:lnTo>
                  <a:pt x="0" y="300446"/>
                </a:lnTo>
                <a:lnTo>
                  <a:pt x="0" y="127000"/>
                </a:lnTo>
                <a:close/>
              </a:path>
            </a:pathLst>
          </a:custGeom>
          <a:gradFill>
            <a:gsLst>
              <a:gs pos="0">
                <a:srgbClr val="236BF5"/>
              </a:gs>
              <a:gs pos="100000">
                <a:srgbClr val="D0D7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25aa72486d4_0_0"/>
          <p:cNvSpPr/>
          <p:nvPr/>
        </p:nvSpPr>
        <p:spPr>
          <a:xfrm>
            <a:off x="7568379" y="3897330"/>
            <a:ext cx="271745" cy="254605"/>
          </a:xfrm>
          <a:custGeom>
            <a:avLst/>
            <a:gdLst/>
            <a:ahLst/>
            <a:cxnLst/>
            <a:rect l="l" t="t" r="r" b="b"/>
            <a:pathLst>
              <a:path w="532833" h="480387" extrusionOk="0">
                <a:moveTo>
                  <a:pt x="221154" y="391012"/>
                </a:moveTo>
                <a:cubicBezTo>
                  <a:pt x="221154" y="391012"/>
                  <a:pt x="221154" y="391012"/>
                  <a:pt x="310184" y="391012"/>
                </a:cubicBezTo>
                <a:cubicBezTo>
                  <a:pt x="310184" y="391012"/>
                  <a:pt x="310184" y="391012"/>
                  <a:pt x="310184" y="405131"/>
                </a:cubicBezTo>
                <a:cubicBezTo>
                  <a:pt x="310184" y="429558"/>
                  <a:pt x="330502" y="449889"/>
                  <a:pt x="354911" y="449889"/>
                </a:cubicBezTo>
                <a:cubicBezTo>
                  <a:pt x="362954" y="449889"/>
                  <a:pt x="371137" y="457937"/>
                  <a:pt x="371137" y="466126"/>
                </a:cubicBezTo>
                <a:cubicBezTo>
                  <a:pt x="371137" y="474174"/>
                  <a:pt x="362954" y="480387"/>
                  <a:pt x="354911" y="480387"/>
                </a:cubicBezTo>
                <a:cubicBezTo>
                  <a:pt x="354911" y="480387"/>
                  <a:pt x="354911" y="480387"/>
                  <a:pt x="176568" y="480387"/>
                </a:cubicBezTo>
                <a:cubicBezTo>
                  <a:pt x="168384" y="480387"/>
                  <a:pt x="162317" y="474174"/>
                  <a:pt x="162317" y="466126"/>
                </a:cubicBezTo>
                <a:cubicBezTo>
                  <a:pt x="162317" y="457937"/>
                  <a:pt x="168384" y="449889"/>
                  <a:pt x="176568" y="449889"/>
                </a:cubicBezTo>
                <a:cubicBezTo>
                  <a:pt x="202811" y="449889"/>
                  <a:pt x="221154" y="429558"/>
                  <a:pt x="221154" y="405131"/>
                </a:cubicBezTo>
                <a:cubicBezTo>
                  <a:pt x="221154" y="405131"/>
                  <a:pt x="221154" y="405131"/>
                  <a:pt x="221154" y="391012"/>
                </a:cubicBezTo>
                <a:close/>
                <a:moveTo>
                  <a:pt x="344085" y="200752"/>
                </a:moveTo>
                <a:cubicBezTo>
                  <a:pt x="338185" y="200752"/>
                  <a:pt x="332005" y="204844"/>
                  <a:pt x="327931" y="208936"/>
                </a:cubicBezTo>
                <a:cubicBezTo>
                  <a:pt x="317958" y="219096"/>
                  <a:pt x="317958" y="233207"/>
                  <a:pt x="327931" y="243226"/>
                </a:cubicBezTo>
                <a:cubicBezTo>
                  <a:pt x="336078" y="251410"/>
                  <a:pt x="352232" y="251410"/>
                  <a:pt x="360239" y="243226"/>
                </a:cubicBezTo>
                <a:cubicBezTo>
                  <a:pt x="370493" y="233207"/>
                  <a:pt x="370493" y="219096"/>
                  <a:pt x="360239" y="208936"/>
                </a:cubicBezTo>
                <a:cubicBezTo>
                  <a:pt x="356306" y="204844"/>
                  <a:pt x="350266" y="200752"/>
                  <a:pt x="344085" y="200752"/>
                </a:cubicBezTo>
                <a:close/>
                <a:moveTo>
                  <a:pt x="344085" y="192709"/>
                </a:moveTo>
                <a:cubicBezTo>
                  <a:pt x="352232" y="192709"/>
                  <a:pt x="360239" y="194684"/>
                  <a:pt x="368386" y="202869"/>
                </a:cubicBezTo>
                <a:cubicBezTo>
                  <a:pt x="380467" y="215004"/>
                  <a:pt x="380467" y="237299"/>
                  <a:pt x="368386" y="249293"/>
                </a:cubicBezTo>
                <a:cubicBezTo>
                  <a:pt x="354339" y="261570"/>
                  <a:pt x="334112" y="261570"/>
                  <a:pt x="319924" y="249293"/>
                </a:cubicBezTo>
                <a:cubicBezTo>
                  <a:pt x="307844" y="237299"/>
                  <a:pt x="307844" y="215004"/>
                  <a:pt x="319924" y="202869"/>
                </a:cubicBezTo>
                <a:cubicBezTo>
                  <a:pt x="325965" y="194684"/>
                  <a:pt x="336078" y="192709"/>
                  <a:pt x="344085" y="192709"/>
                </a:cubicBezTo>
                <a:close/>
                <a:moveTo>
                  <a:pt x="334091" y="166192"/>
                </a:moveTo>
                <a:cubicBezTo>
                  <a:pt x="334091" y="166192"/>
                  <a:pt x="334091" y="166192"/>
                  <a:pt x="331980" y="176352"/>
                </a:cubicBezTo>
                <a:lnTo>
                  <a:pt x="330010" y="178327"/>
                </a:lnTo>
                <a:cubicBezTo>
                  <a:pt x="321987" y="180444"/>
                  <a:pt x="315794" y="184395"/>
                  <a:pt x="311712" y="188487"/>
                </a:cubicBezTo>
                <a:cubicBezTo>
                  <a:pt x="309742" y="190603"/>
                  <a:pt x="307772" y="190603"/>
                  <a:pt x="305801" y="190603"/>
                </a:cubicBezTo>
                <a:cubicBezTo>
                  <a:pt x="305801" y="190603"/>
                  <a:pt x="305801" y="190603"/>
                  <a:pt x="297638" y="188487"/>
                </a:cubicBezTo>
                <a:cubicBezTo>
                  <a:pt x="295527" y="190603"/>
                  <a:pt x="293556" y="192579"/>
                  <a:pt x="291586" y="196671"/>
                </a:cubicBezTo>
                <a:cubicBezTo>
                  <a:pt x="291586" y="198647"/>
                  <a:pt x="289615" y="200622"/>
                  <a:pt x="289615" y="204714"/>
                </a:cubicBezTo>
                <a:cubicBezTo>
                  <a:pt x="289615" y="204714"/>
                  <a:pt x="289615" y="204714"/>
                  <a:pt x="295527" y="210782"/>
                </a:cubicBezTo>
                <a:cubicBezTo>
                  <a:pt x="295527" y="212899"/>
                  <a:pt x="295527" y="212899"/>
                  <a:pt x="295527" y="214874"/>
                </a:cubicBezTo>
                <a:cubicBezTo>
                  <a:pt x="293556" y="223058"/>
                  <a:pt x="293556" y="229126"/>
                  <a:pt x="295527" y="237169"/>
                </a:cubicBezTo>
                <a:cubicBezTo>
                  <a:pt x="295527" y="237169"/>
                  <a:pt x="295527" y="239286"/>
                  <a:pt x="295527" y="241120"/>
                </a:cubicBezTo>
                <a:cubicBezTo>
                  <a:pt x="295527" y="241120"/>
                  <a:pt x="295527" y="241120"/>
                  <a:pt x="289615" y="247188"/>
                </a:cubicBezTo>
                <a:cubicBezTo>
                  <a:pt x="289615" y="249163"/>
                  <a:pt x="291586" y="253256"/>
                  <a:pt x="291586" y="255372"/>
                </a:cubicBezTo>
                <a:cubicBezTo>
                  <a:pt x="293556" y="257348"/>
                  <a:pt x="295527" y="261440"/>
                  <a:pt x="297638" y="263415"/>
                </a:cubicBezTo>
                <a:cubicBezTo>
                  <a:pt x="297638" y="263415"/>
                  <a:pt x="297638" y="263415"/>
                  <a:pt x="305801" y="261440"/>
                </a:cubicBezTo>
                <a:cubicBezTo>
                  <a:pt x="307772" y="261440"/>
                  <a:pt x="309742" y="261440"/>
                  <a:pt x="311712" y="261440"/>
                </a:cubicBezTo>
                <a:cubicBezTo>
                  <a:pt x="315794" y="267508"/>
                  <a:pt x="321987" y="269483"/>
                  <a:pt x="330010" y="271600"/>
                </a:cubicBezTo>
                <a:cubicBezTo>
                  <a:pt x="330010" y="273575"/>
                  <a:pt x="331980" y="273575"/>
                  <a:pt x="331980" y="275551"/>
                </a:cubicBezTo>
                <a:cubicBezTo>
                  <a:pt x="331980" y="275551"/>
                  <a:pt x="331980" y="275551"/>
                  <a:pt x="334091" y="283735"/>
                </a:cubicBezTo>
                <a:cubicBezTo>
                  <a:pt x="338173" y="285711"/>
                  <a:pt x="340143" y="285711"/>
                  <a:pt x="344084" y="285711"/>
                </a:cubicBezTo>
                <a:cubicBezTo>
                  <a:pt x="346196" y="285711"/>
                  <a:pt x="350277" y="285711"/>
                  <a:pt x="354359" y="283735"/>
                </a:cubicBezTo>
                <a:cubicBezTo>
                  <a:pt x="354359" y="283735"/>
                  <a:pt x="354359" y="283735"/>
                  <a:pt x="356329" y="275551"/>
                </a:cubicBezTo>
                <a:cubicBezTo>
                  <a:pt x="356329" y="273575"/>
                  <a:pt x="358300" y="273575"/>
                  <a:pt x="358300" y="271600"/>
                </a:cubicBezTo>
                <a:cubicBezTo>
                  <a:pt x="366463" y="269483"/>
                  <a:pt x="372515" y="267508"/>
                  <a:pt x="376456" y="261440"/>
                </a:cubicBezTo>
                <a:cubicBezTo>
                  <a:pt x="378567" y="261440"/>
                  <a:pt x="380538" y="259323"/>
                  <a:pt x="380538" y="261440"/>
                </a:cubicBezTo>
                <a:cubicBezTo>
                  <a:pt x="380538" y="261440"/>
                  <a:pt x="380538" y="261440"/>
                  <a:pt x="390672" y="263415"/>
                </a:cubicBezTo>
                <a:cubicBezTo>
                  <a:pt x="392642" y="261440"/>
                  <a:pt x="394753" y="257348"/>
                  <a:pt x="394753" y="255372"/>
                </a:cubicBezTo>
                <a:cubicBezTo>
                  <a:pt x="396724" y="253256"/>
                  <a:pt x="398835" y="249163"/>
                  <a:pt x="398835" y="247188"/>
                </a:cubicBezTo>
                <a:cubicBezTo>
                  <a:pt x="398835" y="247188"/>
                  <a:pt x="398835" y="247188"/>
                  <a:pt x="392642" y="241120"/>
                </a:cubicBezTo>
                <a:cubicBezTo>
                  <a:pt x="392642" y="239286"/>
                  <a:pt x="390672" y="237169"/>
                  <a:pt x="392642" y="237169"/>
                </a:cubicBezTo>
                <a:cubicBezTo>
                  <a:pt x="392642" y="229126"/>
                  <a:pt x="392642" y="223058"/>
                  <a:pt x="392642" y="214874"/>
                </a:cubicBezTo>
                <a:cubicBezTo>
                  <a:pt x="390672" y="212899"/>
                  <a:pt x="392642" y="212899"/>
                  <a:pt x="392642" y="210782"/>
                </a:cubicBezTo>
                <a:cubicBezTo>
                  <a:pt x="392642" y="210782"/>
                  <a:pt x="392642" y="210782"/>
                  <a:pt x="398835" y="204714"/>
                </a:cubicBezTo>
                <a:cubicBezTo>
                  <a:pt x="398835" y="200622"/>
                  <a:pt x="396724" y="198647"/>
                  <a:pt x="394753" y="196671"/>
                </a:cubicBezTo>
                <a:cubicBezTo>
                  <a:pt x="394753" y="192579"/>
                  <a:pt x="392642" y="190603"/>
                  <a:pt x="390672" y="188487"/>
                </a:cubicBezTo>
                <a:cubicBezTo>
                  <a:pt x="390672" y="188487"/>
                  <a:pt x="390672" y="188487"/>
                  <a:pt x="380538" y="190603"/>
                </a:cubicBezTo>
                <a:cubicBezTo>
                  <a:pt x="380538" y="190603"/>
                  <a:pt x="378567" y="190603"/>
                  <a:pt x="376456" y="188487"/>
                </a:cubicBezTo>
                <a:cubicBezTo>
                  <a:pt x="372515" y="184395"/>
                  <a:pt x="366463" y="180444"/>
                  <a:pt x="358300" y="178327"/>
                </a:cubicBezTo>
                <a:lnTo>
                  <a:pt x="356329" y="176352"/>
                </a:lnTo>
                <a:cubicBezTo>
                  <a:pt x="356329" y="176352"/>
                  <a:pt x="356329" y="176352"/>
                  <a:pt x="354359" y="166192"/>
                </a:cubicBezTo>
                <a:cubicBezTo>
                  <a:pt x="350277" y="166192"/>
                  <a:pt x="346196" y="166192"/>
                  <a:pt x="344084" y="166192"/>
                </a:cubicBezTo>
                <a:cubicBezTo>
                  <a:pt x="340143" y="166192"/>
                  <a:pt x="338173" y="166192"/>
                  <a:pt x="334091" y="166192"/>
                </a:cubicBezTo>
                <a:close/>
                <a:moveTo>
                  <a:pt x="344084" y="156032"/>
                </a:moveTo>
                <a:cubicBezTo>
                  <a:pt x="348166" y="156032"/>
                  <a:pt x="354359" y="158149"/>
                  <a:pt x="358300" y="158149"/>
                </a:cubicBezTo>
                <a:cubicBezTo>
                  <a:pt x="360270" y="158149"/>
                  <a:pt x="360270" y="160124"/>
                  <a:pt x="362382" y="162100"/>
                </a:cubicBezTo>
                <a:cubicBezTo>
                  <a:pt x="362382" y="162100"/>
                  <a:pt x="362382" y="162100"/>
                  <a:pt x="364352" y="170284"/>
                </a:cubicBezTo>
                <a:cubicBezTo>
                  <a:pt x="370545" y="172259"/>
                  <a:pt x="376456" y="176352"/>
                  <a:pt x="380538" y="180444"/>
                </a:cubicBezTo>
                <a:cubicBezTo>
                  <a:pt x="380538" y="180444"/>
                  <a:pt x="380538" y="180444"/>
                  <a:pt x="390672" y="178327"/>
                </a:cubicBezTo>
                <a:cubicBezTo>
                  <a:pt x="392642" y="178327"/>
                  <a:pt x="394753" y="178327"/>
                  <a:pt x="394753" y="180444"/>
                </a:cubicBezTo>
                <a:cubicBezTo>
                  <a:pt x="398835" y="182419"/>
                  <a:pt x="400806" y="186511"/>
                  <a:pt x="402917" y="190603"/>
                </a:cubicBezTo>
                <a:cubicBezTo>
                  <a:pt x="406858" y="194555"/>
                  <a:pt x="408828" y="198647"/>
                  <a:pt x="408828" y="204714"/>
                </a:cubicBezTo>
                <a:cubicBezTo>
                  <a:pt x="410939" y="206831"/>
                  <a:pt x="408828" y="206831"/>
                  <a:pt x="408828" y="208806"/>
                </a:cubicBezTo>
                <a:cubicBezTo>
                  <a:pt x="408828" y="208806"/>
                  <a:pt x="408828" y="208806"/>
                  <a:pt x="400806" y="214874"/>
                </a:cubicBezTo>
                <a:cubicBezTo>
                  <a:pt x="402917" y="223058"/>
                  <a:pt x="402917" y="229126"/>
                  <a:pt x="400806" y="235194"/>
                </a:cubicBezTo>
                <a:lnTo>
                  <a:pt x="408828" y="243096"/>
                </a:lnTo>
                <a:cubicBezTo>
                  <a:pt x="408828" y="243096"/>
                  <a:pt x="410939" y="245212"/>
                  <a:pt x="408828" y="247188"/>
                </a:cubicBezTo>
                <a:cubicBezTo>
                  <a:pt x="408828" y="251280"/>
                  <a:pt x="406858" y="255372"/>
                  <a:pt x="402917" y="259323"/>
                </a:cubicBezTo>
                <a:cubicBezTo>
                  <a:pt x="400806" y="263415"/>
                  <a:pt x="398835" y="267508"/>
                  <a:pt x="394753" y="271600"/>
                </a:cubicBezTo>
                <a:cubicBezTo>
                  <a:pt x="394753" y="273575"/>
                  <a:pt x="392642" y="273575"/>
                  <a:pt x="390672" y="273575"/>
                </a:cubicBezTo>
                <a:cubicBezTo>
                  <a:pt x="390672" y="273575"/>
                  <a:pt x="390672" y="273575"/>
                  <a:pt x="380538" y="271600"/>
                </a:cubicBezTo>
                <a:cubicBezTo>
                  <a:pt x="376456" y="275551"/>
                  <a:pt x="370545" y="277667"/>
                  <a:pt x="364352" y="279643"/>
                </a:cubicBezTo>
                <a:cubicBezTo>
                  <a:pt x="364352" y="279643"/>
                  <a:pt x="364352" y="279643"/>
                  <a:pt x="362382" y="289803"/>
                </a:cubicBezTo>
                <a:cubicBezTo>
                  <a:pt x="360270" y="291778"/>
                  <a:pt x="360270" y="291778"/>
                  <a:pt x="358300" y="293895"/>
                </a:cubicBezTo>
                <a:cubicBezTo>
                  <a:pt x="354359" y="293895"/>
                  <a:pt x="348166" y="293895"/>
                  <a:pt x="344084" y="293895"/>
                </a:cubicBezTo>
                <a:cubicBezTo>
                  <a:pt x="340143" y="293895"/>
                  <a:pt x="334091" y="293895"/>
                  <a:pt x="330010" y="293895"/>
                </a:cubicBezTo>
                <a:cubicBezTo>
                  <a:pt x="327898" y="291778"/>
                  <a:pt x="325928" y="291778"/>
                  <a:pt x="325928" y="289803"/>
                </a:cubicBezTo>
                <a:cubicBezTo>
                  <a:pt x="325928" y="289803"/>
                  <a:pt x="325928" y="289803"/>
                  <a:pt x="323958" y="279643"/>
                </a:cubicBezTo>
                <a:cubicBezTo>
                  <a:pt x="317905" y="277667"/>
                  <a:pt x="311712" y="275551"/>
                  <a:pt x="307772" y="271600"/>
                </a:cubicBezTo>
                <a:cubicBezTo>
                  <a:pt x="307772" y="271600"/>
                  <a:pt x="307772" y="271600"/>
                  <a:pt x="297638" y="273575"/>
                </a:cubicBezTo>
                <a:cubicBezTo>
                  <a:pt x="295527" y="273575"/>
                  <a:pt x="293556" y="273575"/>
                  <a:pt x="293556" y="271600"/>
                </a:cubicBezTo>
                <a:cubicBezTo>
                  <a:pt x="289615" y="267508"/>
                  <a:pt x="287504" y="263415"/>
                  <a:pt x="283422" y="259323"/>
                </a:cubicBezTo>
                <a:cubicBezTo>
                  <a:pt x="281452" y="255372"/>
                  <a:pt x="279341" y="251280"/>
                  <a:pt x="279341" y="247188"/>
                </a:cubicBezTo>
                <a:cubicBezTo>
                  <a:pt x="277370" y="245212"/>
                  <a:pt x="279341" y="243096"/>
                  <a:pt x="279341" y="243096"/>
                </a:cubicBezTo>
                <a:cubicBezTo>
                  <a:pt x="279341" y="243096"/>
                  <a:pt x="279341" y="243096"/>
                  <a:pt x="287504" y="235194"/>
                </a:cubicBezTo>
                <a:cubicBezTo>
                  <a:pt x="285533" y="229126"/>
                  <a:pt x="285533" y="223058"/>
                  <a:pt x="287504" y="214874"/>
                </a:cubicBezTo>
                <a:cubicBezTo>
                  <a:pt x="287504" y="214874"/>
                  <a:pt x="287504" y="214874"/>
                  <a:pt x="279341" y="208806"/>
                </a:cubicBezTo>
                <a:cubicBezTo>
                  <a:pt x="279341" y="206831"/>
                  <a:pt x="277370" y="206831"/>
                  <a:pt x="279341" y="204714"/>
                </a:cubicBezTo>
                <a:cubicBezTo>
                  <a:pt x="279341" y="198647"/>
                  <a:pt x="281452" y="194555"/>
                  <a:pt x="283422" y="190603"/>
                </a:cubicBezTo>
                <a:cubicBezTo>
                  <a:pt x="287504" y="186511"/>
                  <a:pt x="289615" y="182419"/>
                  <a:pt x="293556" y="180444"/>
                </a:cubicBezTo>
                <a:cubicBezTo>
                  <a:pt x="293556" y="178327"/>
                  <a:pt x="295527" y="178327"/>
                  <a:pt x="297638" y="178327"/>
                </a:cubicBezTo>
                <a:cubicBezTo>
                  <a:pt x="297638" y="178327"/>
                  <a:pt x="297638" y="178327"/>
                  <a:pt x="307772" y="180444"/>
                </a:cubicBezTo>
                <a:cubicBezTo>
                  <a:pt x="311712" y="176352"/>
                  <a:pt x="317905" y="172259"/>
                  <a:pt x="323958" y="170284"/>
                </a:cubicBezTo>
                <a:cubicBezTo>
                  <a:pt x="323958" y="170284"/>
                  <a:pt x="323958" y="170284"/>
                  <a:pt x="325928" y="162100"/>
                </a:cubicBezTo>
                <a:cubicBezTo>
                  <a:pt x="325928" y="160124"/>
                  <a:pt x="327898" y="158149"/>
                  <a:pt x="330010" y="158149"/>
                </a:cubicBezTo>
                <a:cubicBezTo>
                  <a:pt x="334091" y="156032"/>
                  <a:pt x="340143" y="156032"/>
                  <a:pt x="344084" y="156032"/>
                </a:cubicBezTo>
                <a:close/>
                <a:moveTo>
                  <a:pt x="217045" y="65068"/>
                </a:moveTo>
                <a:cubicBezTo>
                  <a:pt x="208989" y="65068"/>
                  <a:pt x="198671" y="69155"/>
                  <a:pt x="192734" y="75214"/>
                </a:cubicBezTo>
                <a:cubicBezTo>
                  <a:pt x="178459" y="89448"/>
                  <a:pt x="178459" y="109742"/>
                  <a:pt x="192734" y="123835"/>
                </a:cubicBezTo>
                <a:cubicBezTo>
                  <a:pt x="206868" y="138068"/>
                  <a:pt x="227222" y="138068"/>
                  <a:pt x="241497" y="123835"/>
                </a:cubicBezTo>
                <a:cubicBezTo>
                  <a:pt x="255632" y="109742"/>
                  <a:pt x="255632" y="89448"/>
                  <a:pt x="241497" y="75214"/>
                </a:cubicBezTo>
                <a:cubicBezTo>
                  <a:pt x="235278" y="69155"/>
                  <a:pt x="225243" y="65068"/>
                  <a:pt x="217045" y="65068"/>
                </a:cubicBezTo>
                <a:close/>
                <a:moveTo>
                  <a:pt x="217045" y="50975"/>
                </a:moveTo>
                <a:cubicBezTo>
                  <a:pt x="229201" y="50975"/>
                  <a:pt x="241497" y="57035"/>
                  <a:pt x="251533" y="65068"/>
                </a:cubicBezTo>
                <a:cubicBezTo>
                  <a:pt x="269766" y="85361"/>
                  <a:pt x="269766" y="115802"/>
                  <a:pt x="251533" y="133981"/>
                </a:cubicBezTo>
                <a:cubicBezTo>
                  <a:pt x="233299" y="152161"/>
                  <a:pt x="200791" y="152161"/>
                  <a:pt x="182416" y="133981"/>
                </a:cubicBezTo>
                <a:cubicBezTo>
                  <a:pt x="164183" y="115802"/>
                  <a:pt x="164183" y="85361"/>
                  <a:pt x="182416" y="65068"/>
                </a:cubicBezTo>
                <a:cubicBezTo>
                  <a:pt x="192734" y="57035"/>
                  <a:pt x="204890" y="50975"/>
                  <a:pt x="217045" y="50975"/>
                </a:cubicBezTo>
                <a:close/>
                <a:moveTo>
                  <a:pt x="14237" y="34812"/>
                </a:moveTo>
                <a:cubicBezTo>
                  <a:pt x="14237" y="34812"/>
                  <a:pt x="14237" y="34812"/>
                  <a:pt x="123623" y="34812"/>
                </a:cubicBezTo>
                <a:cubicBezTo>
                  <a:pt x="121508" y="36786"/>
                  <a:pt x="119535" y="40876"/>
                  <a:pt x="117420" y="42850"/>
                </a:cubicBezTo>
                <a:cubicBezTo>
                  <a:pt x="113474" y="48913"/>
                  <a:pt x="111359" y="57092"/>
                  <a:pt x="109386" y="65130"/>
                </a:cubicBezTo>
                <a:cubicBezTo>
                  <a:pt x="109386" y="65130"/>
                  <a:pt x="109386" y="65130"/>
                  <a:pt x="107412" y="65130"/>
                </a:cubicBezTo>
                <a:cubicBezTo>
                  <a:pt x="107412" y="65130"/>
                  <a:pt x="107412" y="65130"/>
                  <a:pt x="42570" y="65130"/>
                </a:cubicBezTo>
                <a:cubicBezTo>
                  <a:pt x="34394" y="65130"/>
                  <a:pt x="28333" y="71194"/>
                  <a:pt x="28333" y="79372"/>
                </a:cubicBezTo>
                <a:cubicBezTo>
                  <a:pt x="28333" y="79372"/>
                  <a:pt x="28333" y="79372"/>
                  <a:pt x="28333" y="332634"/>
                </a:cubicBezTo>
                <a:cubicBezTo>
                  <a:pt x="28333" y="340672"/>
                  <a:pt x="34394" y="346736"/>
                  <a:pt x="42570" y="346736"/>
                </a:cubicBezTo>
                <a:cubicBezTo>
                  <a:pt x="42570" y="346736"/>
                  <a:pt x="42570" y="346736"/>
                  <a:pt x="488149" y="346736"/>
                </a:cubicBezTo>
                <a:cubicBezTo>
                  <a:pt x="496324" y="346736"/>
                  <a:pt x="504359" y="340672"/>
                  <a:pt x="504359" y="332634"/>
                </a:cubicBezTo>
                <a:cubicBezTo>
                  <a:pt x="504359" y="332634"/>
                  <a:pt x="504359" y="332634"/>
                  <a:pt x="504359" y="79372"/>
                </a:cubicBezTo>
                <a:cubicBezTo>
                  <a:pt x="504359" y="71194"/>
                  <a:pt x="496324" y="65130"/>
                  <a:pt x="488149" y="65130"/>
                </a:cubicBezTo>
                <a:cubicBezTo>
                  <a:pt x="488149" y="65130"/>
                  <a:pt x="488149" y="65130"/>
                  <a:pt x="324070" y="65130"/>
                </a:cubicBezTo>
                <a:cubicBezTo>
                  <a:pt x="322096" y="57092"/>
                  <a:pt x="319982" y="48913"/>
                  <a:pt x="315894" y="42850"/>
                </a:cubicBezTo>
                <a:cubicBezTo>
                  <a:pt x="313921" y="40876"/>
                  <a:pt x="311806" y="36786"/>
                  <a:pt x="309833" y="34812"/>
                </a:cubicBezTo>
                <a:cubicBezTo>
                  <a:pt x="309833" y="34812"/>
                  <a:pt x="309833" y="34812"/>
                  <a:pt x="518596" y="34812"/>
                </a:cubicBezTo>
                <a:cubicBezTo>
                  <a:pt x="526631" y="34812"/>
                  <a:pt x="532833" y="40876"/>
                  <a:pt x="532833" y="51029"/>
                </a:cubicBezTo>
                <a:cubicBezTo>
                  <a:pt x="532833" y="51029"/>
                  <a:pt x="532833" y="51029"/>
                  <a:pt x="532833" y="360978"/>
                </a:cubicBezTo>
                <a:cubicBezTo>
                  <a:pt x="532833" y="369157"/>
                  <a:pt x="526631" y="377195"/>
                  <a:pt x="518596" y="377195"/>
                </a:cubicBezTo>
                <a:cubicBezTo>
                  <a:pt x="518596" y="377195"/>
                  <a:pt x="518596" y="377195"/>
                  <a:pt x="14237" y="377195"/>
                </a:cubicBezTo>
                <a:cubicBezTo>
                  <a:pt x="6061" y="377195"/>
                  <a:pt x="0" y="369157"/>
                  <a:pt x="0" y="360978"/>
                </a:cubicBezTo>
                <a:cubicBezTo>
                  <a:pt x="0" y="360978"/>
                  <a:pt x="0" y="360978"/>
                  <a:pt x="0" y="51029"/>
                </a:cubicBezTo>
                <a:cubicBezTo>
                  <a:pt x="0" y="40876"/>
                  <a:pt x="6061" y="34812"/>
                  <a:pt x="14237" y="34812"/>
                </a:cubicBezTo>
                <a:close/>
                <a:moveTo>
                  <a:pt x="202268" y="14249"/>
                </a:moveTo>
                <a:cubicBezTo>
                  <a:pt x="202268" y="14249"/>
                  <a:pt x="202268" y="14249"/>
                  <a:pt x="200295" y="26382"/>
                </a:cubicBezTo>
                <a:cubicBezTo>
                  <a:pt x="198183" y="30474"/>
                  <a:pt x="198183" y="30474"/>
                  <a:pt x="194238" y="32449"/>
                </a:cubicBezTo>
                <a:cubicBezTo>
                  <a:pt x="186068" y="34565"/>
                  <a:pt x="176067" y="40631"/>
                  <a:pt x="167897" y="46698"/>
                </a:cubicBezTo>
                <a:cubicBezTo>
                  <a:pt x="167897" y="48673"/>
                  <a:pt x="163812" y="48673"/>
                  <a:pt x="161840" y="48673"/>
                </a:cubicBezTo>
                <a:cubicBezTo>
                  <a:pt x="161840" y="48673"/>
                  <a:pt x="161840" y="48673"/>
                  <a:pt x="149585" y="44723"/>
                </a:cubicBezTo>
                <a:cubicBezTo>
                  <a:pt x="147613" y="48673"/>
                  <a:pt x="145641" y="52764"/>
                  <a:pt x="141556" y="56856"/>
                </a:cubicBezTo>
                <a:cubicBezTo>
                  <a:pt x="139584" y="60947"/>
                  <a:pt x="137471" y="64897"/>
                  <a:pt x="137471" y="68989"/>
                </a:cubicBezTo>
                <a:cubicBezTo>
                  <a:pt x="137471" y="68989"/>
                  <a:pt x="137471" y="68989"/>
                  <a:pt x="145641" y="77172"/>
                </a:cubicBezTo>
                <a:cubicBezTo>
                  <a:pt x="147613" y="79147"/>
                  <a:pt x="147613" y="81122"/>
                  <a:pt x="147613" y="85213"/>
                </a:cubicBezTo>
                <a:cubicBezTo>
                  <a:pt x="145641" y="93396"/>
                  <a:pt x="145641" y="105529"/>
                  <a:pt x="147613" y="113571"/>
                </a:cubicBezTo>
                <a:cubicBezTo>
                  <a:pt x="147613" y="117662"/>
                  <a:pt x="147613" y="119637"/>
                  <a:pt x="145641" y="121753"/>
                </a:cubicBezTo>
                <a:cubicBezTo>
                  <a:pt x="145641" y="121753"/>
                  <a:pt x="145641" y="121753"/>
                  <a:pt x="137471" y="129795"/>
                </a:cubicBezTo>
                <a:cubicBezTo>
                  <a:pt x="137471" y="133886"/>
                  <a:pt x="139584" y="137978"/>
                  <a:pt x="141556" y="142069"/>
                </a:cubicBezTo>
                <a:cubicBezTo>
                  <a:pt x="145641" y="146019"/>
                  <a:pt x="147613" y="150111"/>
                  <a:pt x="149585" y="154202"/>
                </a:cubicBezTo>
                <a:cubicBezTo>
                  <a:pt x="149585" y="154202"/>
                  <a:pt x="149585" y="154202"/>
                  <a:pt x="161840" y="150111"/>
                </a:cubicBezTo>
                <a:cubicBezTo>
                  <a:pt x="163812" y="150111"/>
                  <a:pt x="167897" y="150111"/>
                  <a:pt x="167897" y="152086"/>
                </a:cubicBezTo>
                <a:cubicBezTo>
                  <a:pt x="176067" y="158293"/>
                  <a:pt x="186068" y="164360"/>
                  <a:pt x="194238" y="166335"/>
                </a:cubicBezTo>
                <a:cubicBezTo>
                  <a:pt x="198183" y="168310"/>
                  <a:pt x="198183" y="168310"/>
                  <a:pt x="200295" y="172402"/>
                </a:cubicBezTo>
                <a:cubicBezTo>
                  <a:pt x="200295" y="172402"/>
                  <a:pt x="200295" y="172402"/>
                  <a:pt x="202268" y="184535"/>
                </a:cubicBezTo>
                <a:cubicBezTo>
                  <a:pt x="206353" y="184535"/>
                  <a:pt x="212410" y="184535"/>
                  <a:pt x="216495" y="184535"/>
                </a:cubicBezTo>
                <a:cubicBezTo>
                  <a:pt x="220580" y="184535"/>
                  <a:pt x="224665" y="184535"/>
                  <a:pt x="230581" y="184535"/>
                </a:cubicBezTo>
                <a:cubicBezTo>
                  <a:pt x="230581" y="184535"/>
                  <a:pt x="230581" y="184535"/>
                  <a:pt x="232694" y="172402"/>
                </a:cubicBezTo>
                <a:cubicBezTo>
                  <a:pt x="234666" y="168310"/>
                  <a:pt x="234666" y="168310"/>
                  <a:pt x="236779" y="166335"/>
                </a:cubicBezTo>
                <a:cubicBezTo>
                  <a:pt x="246780" y="164360"/>
                  <a:pt x="257063" y="158293"/>
                  <a:pt x="262979" y="152086"/>
                </a:cubicBezTo>
                <a:cubicBezTo>
                  <a:pt x="265092" y="150111"/>
                  <a:pt x="266923" y="150111"/>
                  <a:pt x="271008" y="150111"/>
                </a:cubicBezTo>
                <a:lnTo>
                  <a:pt x="283122" y="154202"/>
                </a:lnTo>
                <a:cubicBezTo>
                  <a:pt x="285235" y="150111"/>
                  <a:pt x="287207" y="146019"/>
                  <a:pt x="289320" y="142069"/>
                </a:cubicBezTo>
                <a:cubicBezTo>
                  <a:pt x="293264" y="137978"/>
                  <a:pt x="293264" y="133886"/>
                  <a:pt x="295236" y="129795"/>
                </a:cubicBezTo>
                <a:cubicBezTo>
                  <a:pt x="295236" y="129795"/>
                  <a:pt x="295236" y="129795"/>
                  <a:pt x="287207" y="121753"/>
                </a:cubicBezTo>
                <a:cubicBezTo>
                  <a:pt x="285235" y="119637"/>
                  <a:pt x="285235" y="117662"/>
                  <a:pt x="285235" y="113571"/>
                </a:cubicBezTo>
                <a:cubicBezTo>
                  <a:pt x="287207" y="105529"/>
                  <a:pt x="287207" y="93396"/>
                  <a:pt x="285235" y="85213"/>
                </a:cubicBezTo>
                <a:cubicBezTo>
                  <a:pt x="285235" y="81122"/>
                  <a:pt x="285235" y="79147"/>
                  <a:pt x="287207" y="79147"/>
                </a:cubicBezTo>
                <a:cubicBezTo>
                  <a:pt x="287207" y="79147"/>
                  <a:pt x="287207" y="79147"/>
                  <a:pt x="295236" y="68989"/>
                </a:cubicBezTo>
                <a:cubicBezTo>
                  <a:pt x="293264" y="64897"/>
                  <a:pt x="293264" y="60947"/>
                  <a:pt x="291292" y="56856"/>
                </a:cubicBezTo>
                <a:cubicBezTo>
                  <a:pt x="287207" y="52764"/>
                  <a:pt x="285235" y="48673"/>
                  <a:pt x="283122" y="44723"/>
                </a:cubicBezTo>
                <a:cubicBezTo>
                  <a:pt x="283122" y="44723"/>
                  <a:pt x="283122" y="44723"/>
                  <a:pt x="271008" y="48673"/>
                </a:cubicBezTo>
                <a:cubicBezTo>
                  <a:pt x="266923" y="48673"/>
                  <a:pt x="265092" y="48673"/>
                  <a:pt x="262979" y="46698"/>
                </a:cubicBezTo>
                <a:cubicBezTo>
                  <a:pt x="257063" y="40631"/>
                  <a:pt x="246780" y="34565"/>
                  <a:pt x="236779" y="32449"/>
                </a:cubicBezTo>
                <a:cubicBezTo>
                  <a:pt x="234666" y="30474"/>
                  <a:pt x="234666" y="30474"/>
                  <a:pt x="232694" y="26382"/>
                </a:cubicBezTo>
                <a:cubicBezTo>
                  <a:pt x="232694" y="26382"/>
                  <a:pt x="232694" y="26382"/>
                  <a:pt x="230581" y="14249"/>
                </a:cubicBezTo>
                <a:cubicBezTo>
                  <a:pt x="224665" y="14249"/>
                  <a:pt x="220580" y="14249"/>
                  <a:pt x="216495" y="14249"/>
                </a:cubicBezTo>
                <a:cubicBezTo>
                  <a:pt x="212410" y="14249"/>
                  <a:pt x="206353" y="14249"/>
                  <a:pt x="202268" y="14249"/>
                </a:cubicBezTo>
                <a:close/>
                <a:moveTo>
                  <a:pt x="216495" y="0"/>
                </a:moveTo>
                <a:cubicBezTo>
                  <a:pt x="222552" y="0"/>
                  <a:pt x="230581" y="2116"/>
                  <a:pt x="236779" y="2116"/>
                </a:cubicBezTo>
                <a:cubicBezTo>
                  <a:pt x="238751" y="2116"/>
                  <a:pt x="240864" y="4091"/>
                  <a:pt x="242836" y="8183"/>
                </a:cubicBezTo>
                <a:cubicBezTo>
                  <a:pt x="242836" y="8183"/>
                  <a:pt x="242836" y="8183"/>
                  <a:pt x="244808" y="20316"/>
                </a:cubicBezTo>
                <a:cubicBezTo>
                  <a:pt x="254950" y="24407"/>
                  <a:pt x="262979" y="28357"/>
                  <a:pt x="269036" y="34565"/>
                </a:cubicBezTo>
                <a:cubicBezTo>
                  <a:pt x="269036" y="34565"/>
                  <a:pt x="269036" y="34565"/>
                  <a:pt x="283122" y="30474"/>
                </a:cubicBezTo>
                <a:cubicBezTo>
                  <a:pt x="285235" y="30474"/>
                  <a:pt x="289320" y="30474"/>
                  <a:pt x="289320" y="32449"/>
                </a:cubicBezTo>
                <a:cubicBezTo>
                  <a:pt x="295236" y="38515"/>
                  <a:pt x="299321" y="44723"/>
                  <a:pt x="301434" y="50789"/>
                </a:cubicBezTo>
                <a:cubicBezTo>
                  <a:pt x="305519" y="56856"/>
                  <a:pt x="307491" y="62922"/>
                  <a:pt x="309463" y="68989"/>
                </a:cubicBezTo>
                <a:cubicBezTo>
                  <a:pt x="311435" y="70964"/>
                  <a:pt x="309463" y="73080"/>
                  <a:pt x="309463" y="75055"/>
                </a:cubicBezTo>
                <a:cubicBezTo>
                  <a:pt x="309463" y="75055"/>
                  <a:pt x="309463" y="75055"/>
                  <a:pt x="299321" y="85213"/>
                </a:cubicBezTo>
                <a:cubicBezTo>
                  <a:pt x="299321" y="95371"/>
                  <a:pt x="299321" y="103413"/>
                  <a:pt x="299321" y="113571"/>
                </a:cubicBezTo>
                <a:cubicBezTo>
                  <a:pt x="299321" y="113571"/>
                  <a:pt x="299321" y="113571"/>
                  <a:pt x="309463" y="123728"/>
                </a:cubicBezTo>
                <a:cubicBezTo>
                  <a:pt x="309463" y="125845"/>
                  <a:pt x="311435" y="127820"/>
                  <a:pt x="309463" y="129795"/>
                </a:cubicBezTo>
                <a:cubicBezTo>
                  <a:pt x="307491" y="135861"/>
                  <a:pt x="305519" y="144044"/>
                  <a:pt x="301434" y="148136"/>
                </a:cubicBezTo>
                <a:cubicBezTo>
                  <a:pt x="299321" y="154202"/>
                  <a:pt x="295236" y="160269"/>
                  <a:pt x="289320" y="166335"/>
                </a:cubicBezTo>
                <a:cubicBezTo>
                  <a:pt x="289320" y="168310"/>
                  <a:pt x="285235" y="168310"/>
                  <a:pt x="283122" y="168310"/>
                </a:cubicBezTo>
                <a:cubicBezTo>
                  <a:pt x="283122" y="168310"/>
                  <a:pt x="283122" y="168310"/>
                  <a:pt x="269036" y="164360"/>
                </a:cubicBezTo>
                <a:cubicBezTo>
                  <a:pt x="262979" y="170426"/>
                  <a:pt x="254950" y="174518"/>
                  <a:pt x="244808" y="178468"/>
                </a:cubicBezTo>
                <a:cubicBezTo>
                  <a:pt x="244808" y="178468"/>
                  <a:pt x="244808" y="178468"/>
                  <a:pt x="242836" y="190742"/>
                </a:cubicBezTo>
                <a:cubicBezTo>
                  <a:pt x="240864" y="194692"/>
                  <a:pt x="238751" y="196809"/>
                  <a:pt x="236779" y="196809"/>
                </a:cubicBezTo>
                <a:cubicBezTo>
                  <a:pt x="230581" y="198784"/>
                  <a:pt x="222552" y="198784"/>
                  <a:pt x="216495" y="198784"/>
                </a:cubicBezTo>
                <a:cubicBezTo>
                  <a:pt x="210438" y="198784"/>
                  <a:pt x="202268" y="198784"/>
                  <a:pt x="196210" y="196809"/>
                </a:cubicBezTo>
                <a:cubicBezTo>
                  <a:pt x="194238" y="196809"/>
                  <a:pt x="192266" y="194692"/>
                  <a:pt x="190153" y="190742"/>
                </a:cubicBezTo>
                <a:cubicBezTo>
                  <a:pt x="190153" y="190742"/>
                  <a:pt x="190153" y="190742"/>
                  <a:pt x="188181" y="178468"/>
                </a:cubicBezTo>
                <a:cubicBezTo>
                  <a:pt x="178039" y="174518"/>
                  <a:pt x="169869" y="170426"/>
                  <a:pt x="163812" y="164360"/>
                </a:cubicBezTo>
                <a:cubicBezTo>
                  <a:pt x="163812" y="164360"/>
                  <a:pt x="163812" y="164360"/>
                  <a:pt x="149585" y="168310"/>
                </a:cubicBezTo>
                <a:cubicBezTo>
                  <a:pt x="147613" y="168310"/>
                  <a:pt x="143669" y="168310"/>
                  <a:pt x="143669" y="166335"/>
                </a:cubicBezTo>
                <a:cubicBezTo>
                  <a:pt x="137471" y="160269"/>
                  <a:pt x="133386" y="154202"/>
                  <a:pt x="131414" y="148136"/>
                </a:cubicBezTo>
                <a:cubicBezTo>
                  <a:pt x="127470" y="144044"/>
                  <a:pt x="125357" y="135861"/>
                  <a:pt x="123385" y="129795"/>
                </a:cubicBezTo>
                <a:cubicBezTo>
                  <a:pt x="121272" y="127820"/>
                  <a:pt x="121272" y="125845"/>
                  <a:pt x="123385" y="123728"/>
                </a:cubicBezTo>
                <a:cubicBezTo>
                  <a:pt x="123385" y="123728"/>
                  <a:pt x="123385" y="123728"/>
                  <a:pt x="133386" y="113571"/>
                </a:cubicBezTo>
                <a:cubicBezTo>
                  <a:pt x="131414" y="103413"/>
                  <a:pt x="131414" y="95371"/>
                  <a:pt x="133386" y="85213"/>
                </a:cubicBezTo>
                <a:cubicBezTo>
                  <a:pt x="133386" y="85213"/>
                  <a:pt x="133386" y="85213"/>
                  <a:pt x="123385" y="75055"/>
                </a:cubicBezTo>
                <a:cubicBezTo>
                  <a:pt x="121272" y="73080"/>
                  <a:pt x="121272" y="70964"/>
                  <a:pt x="123385" y="68989"/>
                </a:cubicBezTo>
                <a:cubicBezTo>
                  <a:pt x="125357" y="62922"/>
                  <a:pt x="127470" y="56856"/>
                  <a:pt x="131414" y="50789"/>
                </a:cubicBezTo>
                <a:cubicBezTo>
                  <a:pt x="133386" y="44723"/>
                  <a:pt x="137471" y="38515"/>
                  <a:pt x="143669" y="32449"/>
                </a:cubicBezTo>
                <a:cubicBezTo>
                  <a:pt x="143669" y="30474"/>
                  <a:pt x="147613" y="30474"/>
                  <a:pt x="149585" y="30474"/>
                </a:cubicBezTo>
                <a:cubicBezTo>
                  <a:pt x="149585" y="30474"/>
                  <a:pt x="149585" y="30474"/>
                  <a:pt x="163812" y="34565"/>
                </a:cubicBezTo>
                <a:cubicBezTo>
                  <a:pt x="169869" y="28357"/>
                  <a:pt x="178039" y="24407"/>
                  <a:pt x="188181" y="20316"/>
                </a:cubicBezTo>
                <a:cubicBezTo>
                  <a:pt x="188181" y="20316"/>
                  <a:pt x="188181" y="20316"/>
                  <a:pt x="190153" y="8183"/>
                </a:cubicBezTo>
                <a:cubicBezTo>
                  <a:pt x="192266" y="4091"/>
                  <a:pt x="194238" y="2116"/>
                  <a:pt x="196210" y="2116"/>
                </a:cubicBezTo>
                <a:cubicBezTo>
                  <a:pt x="202268" y="0"/>
                  <a:pt x="210438" y="0"/>
                  <a:pt x="216495" y="0"/>
                </a:cubicBezTo>
                <a:close/>
              </a:path>
            </a:pathLst>
          </a:custGeom>
          <a:solidFill>
            <a:srgbClr val="236B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3" name="Google Shape;493;g25aa72486d4_0_0"/>
          <p:cNvGrpSpPr/>
          <p:nvPr/>
        </p:nvGrpSpPr>
        <p:grpSpPr>
          <a:xfrm>
            <a:off x="10603170" y="2886940"/>
            <a:ext cx="323592" cy="330209"/>
            <a:chOff x="6407458" y="4725789"/>
            <a:chExt cx="242700" cy="247663"/>
          </a:xfrm>
        </p:grpSpPr>
        <p:sp>
          <p:nvSpPr>
            <p:cNvPr id="494" name="Google Shape;494;g25aa72486d4_0_0"/>
            <p:cNvSpPr/>
            <p:nvPr/>
          </p:nvSpPr>
          <p:spPr>
            <a:xfrm>
              <a:off x="6407458" y="4878052"/>
              <a:ext cx="242700" cy="95400"/>
            </a:xfrm>
            <a:prstGeom prst="ellipse">
              <a:avLst/>
            </a:prstGeom>
            <a:solidFill>
              <a:srgbClr val="363636"/>
            </a:solidFill>
            <a:ln w="12700" cap="flat" cmpd="sng">
              <a:solidFill>
                <a:srgbClr val="3636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25aa72486d4_0_0"/>
            <p:cNvSpPr/>
            <p:nvPr/>
          </p:nvSpPr>
          <p:spPr>
            <a:xfrm>
              <a:off x="6407458" y="4827298"/>
              <a:ext cx="242700" cy="95400"/>
            </a:xfrm>
            <a:prstGeom prst="ellipse">
              <a:avLst/>
            </a:prstGeom>
            <a:solidFill>
              <a:srgbClr val="4F4F4F"/>
            </a:solidFill>
            <a:ln w="12700" cap="flat" cmpd="sng">
              <a:solidFill>
                <a:srgbClr val="4F4F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25aa72486d4_0_0"/>
            <p:cNvSpPr/>
            <p:nvPr/>
          </p:nvSpPr>
          <p:spPr>
            <a:xfrm>
              <a:off x="6407458" y="4776543"/>
              <a:ext cx="242700" cy="95400"/>
            </a:xfrm>
            <a:prstGeom prst="ellipse">
              <a:avLst/>
            </a:prstGeom>
            <a:solidFill>
              <a:srgbClr val="666666"/>
            </a:solidFill>
            <a:ln w="1270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25aa72486d4_0_0"/>
            <p:cNvSpPr/>
            <p:nvPr/>
          </p:nvSpPr>
          <p:spPr>
            <a:xfrm>
              <a:off x="6407458" y="4725789"/>
              <a:ext cx="242700" cy="95400"/>
            </a:xfrm>
            <a:prstGeom prst="ellipse">
              <a:avLst/>
            </a:prstGeom>
            <a:solidFill>
              <a:srgbClr val="7F7F7F"/>
            </a:solidFill>
            <a:ln w="1270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g25aa72486d4_0_0"/>
          <p:cNvSpPr/>
          <p:nvPr/>
        </p:nvSpPr>
        <p:spPr>
          <a:xfrm>
            <a:off x="10236625" y="3261313"/>
            <a:ext cx="1069500" cy="256500"/>
          </a:xfrm>
          <a:prstGeom prst="roundRect">
            <a:avLst>
              <a:gd name="adj" fmla="val 50000"/>
            </a:avLst>
          </a:prstGeom>
          <a:solidFill>
            <a:srgbClr val="E1E7F1"/>
          </a:solidFill>
          <a:ln>
            <a:noFill/>
          </a:ln>
        </p:spPr>
        <p:txBody>
          <a:bodyPr spcFirstLastPara="1" wrap="square" lIns="96000" tIns="81275" rIns="4800" bIns="81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Logging</a:t>
            </a:r>
            <a:endParaRPr sz="7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25aa72486d4_0_0"/>
          <p:cNvSpPr/>
          <p:nvPr/>
        </p:nvSpPr>
        <p:spPr>
          <a:xfrm>
            <a:off x="10142306" y="3277100"/>
            <a:ext cx="224700" cy="224700"/>
          </a:xfrm>
          <a:prstGeom prst="ellipse">
            <a:avLst/>
          </a:prstGeom>
          <a:solidFill>
            <a:srgbClr val="01267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0" name="Google Shape;500;g25aa72486d4_0_0"/>
          <p:cNvGraphicFramePr/>
          <p:nvPr/>
        </p:nvGraphicFramePr>
        <p:xfrm>
          <a:off x="0" y="998738"/>
          <a:ext cx="3127250" cy="4836745"/>
        </p:xfrm>
        <a:graphic>
          <a:graphicData uri="http://schemas.openxmlformats.org/drawingml/2006/table">
            <a:tbl>
              <a:tblPr>
                <a:noFill/>
                <a:tableStyleId>{0ED8C268-03AD-41DB-9BE1-715C300F69A7}</a:tableStyleId>
              </a:tblPr>
              <a:tblGrid>
                <a:gridCol w="15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6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Authentication Type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Identity Provider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Entra ID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Authentication Type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SAML 2.0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User and Group Provisioning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SCIM Provisioning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6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Client Deployment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Tunnel Type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ZCC with Z-Tunnel 2.0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ZCC Deployment System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MS Intune/Jamf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Number of Windows and MacOS Devices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3</a:t>
                      </a:r>
                      <a:r>
                        <a:rPr lang="en-US" sz="900"/>
                        <a:t>51</a:t>
                      </a:r>
                      <a:r>
                        <a:rPr lang="en-US" sz="900" u="none" strike="noStrike" cap="none"/>
                        <a:t> Windows Devices</a:t>
                      </a:r>
                      <a:endParaRPr sz="9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9</a:t>
                      </a:r>
                      <a:r>
                        <a:rPr lang="en-US" sz="900"/>
                        <a:t>8</a:t>
                      </a:r>
                      <a:r>
                        <a:rPr lang="en-US" sz="900" u="none" strike="noStrike" cap="none"/>
                        <a:t> MacOS Devices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Geo Locations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Europe, North Africa, USA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6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Policy Deployment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SSL Inspection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10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URL Filtering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5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Cloud App Control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5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Firewall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15 Policies</a:t>
                      </a:r>
                      <a:endParaRPr sz="9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6363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501" name="Google Shape;501;g25aa72486d4_0_0"/>
          <p:cNvPicPr preferRelativeResize="0"/>
          <p:nvPr/>
        </p:nvPicPr>
        <p:blipFill rotWithShape="1">
          <a:blip r:embed="rId5">
            <a:alphaModFix/>
          </a:blip>
          <a:srcRect l="4030" t="22630" r="5965" b="18568"/>
          <a:stretch/>
        </p:blipFill>
        <p:spPr>
          <a:xfrm>
            <a:off x="7145676" y="3022282"/>
            <a:ext cx="1147487" cy="7496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2" name="Google Shape;502;g25aa72486d4_0_0"/>
          <p:cNvGrpSpPr/>
          <p:nvPr/>
        </p:nvGrpSpPr>
        <p:grpSpPr>
          <a:xfrm>
            <a:off x="4234542" y="4203245"/>
            <a:ext cx="723462" cy="648816"/>
            <a:chOff x="3845030" y="3538483"/>
            <a:chExt cx="723462" cy="648816"/>
          </a:xfrm>
        </p:grpSpPr>
        <p:grpSp>
          <p:nvGrpSpPr>
            <p:cNvPr id="503" name="Google Shape;503;g25aa72486d4_0_0"/>
            <p:cNvGrpSpPr/>
            <p:nvPr/>
          </p:nvGrpSpPr>
          <p:grpSpPr>
            <a:xfrm>
              <a:off x="3845030" y="3538483"/>
              <a:ext cx="665323" cy="481028"/>
              <a:chOff x="3218335" y="3112714"/>
              <a:chExt cx="499005" cy="353983"/>
            </a:xfrm>
          </p:grpSpPr>
          <p:sp>
            <p:nvSpPr>
              <p:cNvPr id="504" name="Google Shape;504;g25aa72486d4_0_0"/>
              <p:cNvSpPr/>
              <p:nvPr/>
            </p:nvSpPr>
            <p:spPr>
              <a:xfrm flipH="1">
                <a:off x="3218335" y="3112714"/>
                <a:ext cx="486343" cy="353983"/>
              </a:xfrm>
              <a:custGeom>
                <a:avLst/>
                <a:gdLst/>
                <a:ahLst/>
                <a:cxnLst/>
                <a:rect l="l" t="t" r="r" b="b"/>
                <a:pathLst>
                  <a:path w="4682" h="3586" extrusionOk="0">
                    <a:moveTo>
                      <a:pt x="2748" y="3317"/>
                    </a:moveTo>
                    <a:lnTo>
                      <a:pt x="2748" y="3317"/>
                    </a:lnTo>
                    <a:cubicBezTo>
                      <a:pt x="2823" y="3346"/>
                      <a:pt x="2899" y="3359"/>
                      <a:pt x="2986" y="3367"/>
                    </a:cubicBezTo>
                    <a:cubicBezTo>
                      <a:pt x="3271" y="3384"/>
                      <a:pt x="3540" y="3246"/>
                      <a:pt x="3703" y="3032"/>
                    </a:cubicBezTo>
                    <a:cubicBezTo>
                      <a:pt x="4198" y="3036"/>
                      <a:pt x="4622" y="2646"/>
                      <a:pt x="4651" y="2143"/>
                    </a:cubicBezTo>
                    <a:cubicBezTo>
                      <a:pt x="4681" y="1661"/>
                      <a:pt x="4333" y="1238"/>
                      <a:pt x="3867" y="1158"/>
                    </a:cubicBezTo>
                    <a:cubicBezTo>
                      <a:pt x="3875" y="1124"/>
                      <a:pt x="3879" y="1091"/>
                      <a:pt x="3879" y="1053"/>
                    </a:cubicBezTo>
                    <a:cubicBezTo>
                      <a:pt x="3896" y="789"/>
                      <a:pt x="3691" y="558"/>
                      <a:pt x="3426" y="541"/>
                    </a:cubicBezTo>
                    <a:cubicBezTo>
                      <a:pt x="3380" y="541"/>
                      <a:pt x="3334" y="546"/>
                      <a:pt x="3288" y="554"/>
                    </a:cubicBezTo>
                    <a:cubicBezTo>
                      <a:pt x="3271" y="558"/>
                      <a:pt x="3250" y="562"/>
                      <a:pt x="3233" y="571"/>
                    </a:cubicBezTo>
                    <a:cubicBezTo>
                      <a:pt x="3133" y="269"/>
                      <a:pt x="2857" y="42"/>
                      <a:pt x="2521" y="21"/>
                    </a:cubicBezTo>
                    <a:cubicBezTo>
                      <a:pt x="2140" y="0"/>
                      <a:pt x="1808" y="244"/>
                      <a:pt x="1708" y="592"/>
                    </a:cubicBezTo>
                    <a:cubicBezTo>
                      <a:pt x="1628" y="629"/>
                      <a:pt x="1569" y="697"/>
                      <a:pt x="1523" y="768"/>
                    </a:cubicBezTo>
                    <a:cubicBezTo>
                      <a:pt x="1418" y="726"/>
                      <a:pt x="1305" y="705"/>
                      <a:pt x="1187" y="697"/>
                    </a:cubicBezTo>
                    <a:cubicBezTo>
                      <a:pt x="583" y="659"/>
                      <a:pt x="67" y="1120"/>
                      <a:pt x="30" y="1720"/>
                    </a:cubicBezTo>
                    <a:cubicBezTo>
                      <a:pt x="0" y="2243"/>
                      <a:pt x="340" y="2696"/>
                      <a:pt x="827" y="2826"/>
                    </a:cubicBezTo>
                    <a:cubicBezTo>
                      <a:pt x="1074" y="3296"/>
                      <a:pt x="1582" y="3585"/>
                      <a:pt x="2140" y="3531"/>
                    </a:cubicBezTo>
                    <a:cubicBezTo>
                      <a:pt x="2366" y="3510"/>
                      <a:pt x="2572" y="3434"/>
                      <a:pt x="2748" y="3317"/>
                    </a:cubicBezTo>
                  </a:path>
                </a:pathLst>
              </a:custGeom>
              <a:solidFill>
                <a:srgbClr val="8ADDFF">
                  <a:alpha val="24705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endParaRPr sz="1333" b="0" i="0" u="none" strike="noStrike" cap="none">
                  <a:solidFill>
                    <a:srgbClr val="3B3E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g25aa72486d4_0_0"/>
              <p:cNvSpPr/>
              <p:nvPr/>
            </p:nvSpPr>
            <p:spPr>
              <a:xfrm>
                <a:off x="3256540" y="3193548"/>
                <a:ext cx="460800" cy="17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3B3E42"/>
                    </a:solidFill>
                    <a:latin typeface="Arial"/>
                    <a:ea typeface="Arial"/>
                    <a:cs typeface="Arial"/>
                    <a:sym typeface="Arial"/>
                  </a:rPr>
                  <a:t>Identity</a:t>
                </a:r>
                <a:endParaRPr sz="14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6" name="Google Shape;506;g25aa72486d4_0_0"/>
            <p:cNvSpPr/>
            <p:nvPr/>
          </p:nvSpPr>
          <p:spPr>
            <a:xfrm>
              <a:off x="4298207" y="3859603"/>
              <a:ext cx="270285" cy="327696"/>
            </a:xfrm>
            <a:custGeom>
              <a:avLst/>
              <a:gdLst/>
              <a:ahLst/>
              <a:cxnLst/>
              <a:rect l="l" t="t" r="r" b="b"/>
              <a:pathLst>
                <a:path w="304546" h="466471" extrusionOk="0">
                  <a:moveTo>
                    <a:pt x="237523" y="385494"/>
                  </a:moveTo>
                  <a:cubicBezTo>
                    <a:pt x="232702" y="385494"/>
                    <a:pt x="228135" y="389059"/>
                    <a:pt x="228135" y="394916"/>
                  </a:cubicBezTo>
                  <a:cubicBezTo>
                    <a:pt x="228135" y="399500"/>
                    <a:pt x="232702" y="404338"/>
                    <a:pt x="237523" y="404338"/>
                  </a:cubicBezTo>
                  <a:cubicBezTo>
                    <a:pt x="243358" y="404338"/>
                    <a:pt x="246656" y="399500"/>
                    <a:pt x="246656" y="394916"/>
                  </a:cubicBezTo>
                  <a:cubicBezTo>
                    <a:pt x="246656" y="389059"/>
                    <a:pt x="243358" y="385494"/>
                    <a:pt x="237523" y="385494"/>
                  </a:cubicBezTo>
                  <a:close/>
                  <a:moveTo>
                    <a:pt x="209614" y="385494"/>
                  </a:moveTo>
                  <a:cubicBezTo>
                    <a:pt x="203524" y="385494"/>
                    <a:pt x="199972" y="389059"/>
                    <a:pt x="199972" y="394916"/>
                  </a:cubicBezTo>
                  <a:cubicBezTo>
                    <a:pt x="199972" y="399500"/>
                    <a:pt x="203524" y="404338"/>
                    <a:pt x="209614" y="404338"/>
                  </a:cubicBezTo>
                  <a:cubicBezTo>
                    <a:pt x="214180" y="404338"/>
                    <a:pt x="218747" y="399500"/>
                    <a:pt x="218747" y="394916"/>
                  </a:cubicBezTo>
                  <a:cubicBezTo>
                    <a:pt x="218747" y="389059"/>
                    <a:pt x="214180" y="385494"/>
                    <a:pt x="209614" y="385494"/>
                  </a:cubicBezTo>
                  <a:close/>
                  <a:moveTo>
                    <a:pt x="180436" y="385494"/>
                  </a:moveTo>
                  <a:cubicBezTo>
                    <a:pt x="175615" y="385494"/>
                    <a:pt x="171048" y="389059"/>
                    <a:pt x="171048" y="394916"/>
                  </a:cubicBezTo>
                  <a:cubicBezTo>
                    <a:pt x="171048" y="399500"/>
                    <a:pt x="175615" y="404338"/>
                    <a:pt x="180436" y="404338"/>
                  </a:cubicBezTo>
                  <a:cubicBezTo>
                    <a:pt x="186018" y="404338"/>
                    <a:pt x="189570" y="399500"/>
                    <a:pt x="189570" y="394916"/>
                  </a:cubicBezTo>
                  <a:cubicBezTo>
                    <a:pt x="189570" y="389059"/>
                    <a:pt x="186018" y="385494"/>
                    <a:pt x="180436" y="385494"/>
                  </a:cubicBezTo>
                  <a:close/>
                  <a:moveTo>
                    <a:pt x="66009" y="385494"/>
                  </a:moveTo>
                  <a:cubicBezTo>
                    <a:pt x="61442" y="385494"/>
                    <a:pt x="56622" y="389059"/>
                    <a:pt x="56622" y="394916"/>
                  </a:cubicBezTo>
                  <a:cubicBezTo>
                    <a:pt x="56622" y="399500"/>
                    <a:pt x="61442" y="404338"/>
                    <a:pt x="66009" y="404338"/>
                  </a:cubicBezTo>
                  <a:cubicBezTo>
                    <a:pt x="71591" y="404338"/>
                    <a:pt x="75397" y="399500"/>
                    <a:pt x="75397" y="394916"/>
                  </a:cubicBezTo>
                  <a:cubicBezTo>
                    <a:pt x="75397" y="389059"/>
                    <a:pt x="71591" y="385494"/>
                    <a:pt x="66009" y="385494"/>
                  </a:cubicBezTo>
                  <a:close/>
                  <a:moveTo>
                    <a:pt x="237523" y="328413"/>
                  </a:moveTo>
                  <a:cubicBezTo>
                    <a:pt x="232702" y="328413"/>
                    <a:pt x="228135" y="331978"/>
                    <a:pt x="228135" y="337835"/>
                  </a:cubicBezTo>
                  <a:cubicBezTo>
                    <a:pt x="228135" y="342418"/>
                    <a:pt x="232702" y="347256"/>
                    <a:pt x="237523" y="347256"/>
                  </a:cubicBezTo>
                  <a:cubicBezTo>
                    <a:pt x="243358" y="347256"/>
                    <a:pt x="246656" y="342418"/>
                    <a:pt x="246656" y="337835"/>
                  </a:cubicBezTo>
                  <a:cubicBezTo>
                    <a:pt x="246656" y="331978"/>
                    <a:pt x="243358" y="328413"/>
                    <a:pt x="237523" y="328413"/>
                  </a:cubicBezTo>
                  <a:close/>
                  <a:moveTo>
                    <a:pt x="209614" y="328413"/>
                  </a:moveTo>
                  <a:cubicBezTo>
                    <a:pt x="203524" y="328413"/>
                    <a:pt x="199972" y="331978"/>
                    <a:pt x="199972" y="337835"/>
                  </a:cubicBezTo>
                  <a:cubicBezTo>
                    <a:pt x="199972" y="342418"/>
                    <a:pt x="203524" y="347256"/>
                    <a:pt x="209614" y="347256"/>
                  </a:cubicBezTo>
                  <a:cubicBezTo>
                    <a:pt x="214180" y="347256"/>
                    <a:pt x="218747" y="342418"/>
                    <a:pt x="218747" y="337835"/>
                  </a:cubicBezTo>
                  <a:cubicBezTo>
                    <a:pt x="218747" y="331978"/>
                    <a:pt x="214180" y="328413"/>
                    <a:pt x="209614" y="328413"/>
                  </a:cubicBezTo>
                  <a:close/>
                  <a:moveTo>
                    <a:pt x="180436" y="328413"/>
                  </a:moveTo>
                  <a:cubicBezTo>
                    <a:pt x="175615" y="328413"/>
                    <a:pt x="171048" y="331978"/>
                    <a:pt x="171048" y="337835"/>
                  </a:cubicBezTo>
                  <a:cubicBezTo>
                    <a:pt x="171048" y="342418"/>
                    <a:pt x="175615" y="347256"/>
                    <a:pt x="180436" y="347256"/>
                  </a:cubicBezTo>
                  <a:cubicBezTo>
                    <a:pt x="186018" y="347256"/>
                    <a:pt x="189570" y="342418"/>
                    <a:pt x="189570" y="337835"/>
                  </a:cubicBezTo>
                  <a:cubicBezTo>
                    <a:pt x="189570" y="331978"/>
                    <a:pt x="186018" y="328413"/>
                    <a:pt x="180436" y="328413"/>
                  </a:cubicBezTo>
                  <a:close/>
                  <a:moveTo>
                    <a:pt x="66009" y="328413"/>
                  </a:moveTo>
                  <a:cubicBezTo>
                    <a:pt x="61442" y="328413"/>
                    <a:pt x="56622" y="331978"/>
                    <a:pt x="56622" y="337835"/>
                  </a:cubicBezTo>
                  <a:cubicBezTo>
                    <a:pt x="56622" y="342418"/>
                    <a:pt x="61442" y="347256"/>
                    <a:pt x="66009" y="347256"/>
                  </a:cubicBezTo>
                  <a:cubicBezTo>
                    <a:pt x="71591" y="347256"/>
                    <a:pt x="75397" y="342418"/>
                    <a:pt x="75397" y="337835"/>
                  </a:cubicBezTo>
                  <a:cubicBezTo>
                    <a:pt x="75397" y="331978"/>
                    <a:pt x="71591" y="328413"/>
                    <a:pt x="66009" y="328413"/>
                  </a:cubicBezTo>
                  <a:close/>
                  <a:moveTo>
                    <a:pt x="237523" y="271331"/>
                  </a:moveTo>
                  <a:cubicBezTo>
                    <a:pt x="232702" y="271331"/>
                    <a:pt x="228135" y="274896"/>
                    <a:pt x="228135" y="281008"/>
                  </a:cubicBezTo>
                  <a:cubicBezTo>
                    <a:pt x="228135" y="285846"/>
                    <a:pt x="232702" y="290175"/>
                    <a:pt x="237523" y="290175"/>
                  </a:cubicBezTo>
                  <a:cubicBezTo>
                    <a:pt x="243358" y="290175"/>
                    <a:pt x="246656" y="285846"/>
                    <a:pt x="246656" y="281008"/>
                  </a:cubicBezTo>
                  <a:cubicBezTo>
                    <a:pt x="246656" y="274896"/>
                    <a:pt x="243358" y="271331"/>
                    <a:pt x="237523" y="271331"/>
                  </a:cubicBezTo>
                  <a:close/>
                  <a:moveTo>
                    <a:pt x="209614" y="271331"/>
                  </a:moveTo>
                  <a:cubicBezTo>
                    <a:pt x="203524" y="271331"/>
                    <a:pt x="199972" y="274896"/>
                    <a:pt x="199972" y="281008"/>
                  </a:cubicBezTo>
                  <a:cubicBezTo>
                    <a:pt x="199972" y="285846"/>
                    <a:pt x="203524" y="290175"/>
                    <a:pt x="209614" y="290175"/>
                  </a:cubicBezTo>
                  <a:cubicBezTo>
                    <a:pt x="214180" y="290175"/>
                    <a:pt x="218747" y="285846"/>
                    <a:pt x="218747" y="281008"/>
                  </a:cubicBezTo>
                  <a:cubicBezTo>
                    <a:pt x="218747" y="274896"/>
                    <a:pt x="214180" y="271331"/>
                    <a:pt x="209614" y="271331"/>
                  </a:cubicBezTo>
                  <a:close/>
                  <a:moveTo>
                    <a:pt x="180436" y="271331"/>
                  </a:moveTo>
                  <a:cubicBezTo>
                    <a:pt x="175615" y="271331"/>
                    <a:pt x="171048" y="274896"/>
                    <a:pt x="171048" y="281008"/>
                  </a:cubicBezTo>
                  <a:cubicBezTo>
                    <a:pt x="171048" y="285846"/>
                    <a:pt x="175615" y="290175"/>
                    <a:pt x="180436" y="290175"/>
                  </a:cubicBezTo>
                  <a:cubicBezTo>
                    <a:pt x="186018" y="290175"/>
                    <a:pt x="189570" y="285846"/>
                    <a:pt x="189570" y="281008"/>
                  </a:cubicBezTo>
                  <a:cubicBezTo>
                    <a:pt x="189570" y="274896"/>
                    <a:pt x="186018" y="271331"/>
                    <a:pt x="180436" y="271331"/>
                  </a:cubicBezTo>
                  <a:close/>
                  <a:moveTo>
                    <a:pt x="66009" y="271331"/>
                  </a:moveTo>
                  <a:cubicBezTo>
                    <a:pt x="61442" y="271331"/>
                    <a:pt x="56622" y="274896"/>
                    <a:pt x="56622" y="281008"/>
                  </a:cubicBezTo>
                  <a:cubicBezTo>
                    <a:pt x="56622" y="285846"/>
                    <a:pt x="61442" y="290175"/>
                    <a:pt x="66009" y="290175"/>
                  </a:cubicBezTo>
                  <a:cubicBezTo>
                    <a:pt x="71591" y="290175"/>
                    <a:pt x="75397" y="285846"/>
                    <a:pt x="75397" y="281008"/>
                  </a:cubicBezTo>
                  <a:cubicBezTo>
                    <a:pt x="75397" y="274896"/>
                    <a:pt x="71591" y="271331"/>
                    <a:pt x="66009" y="271331"/>
                  </a:cubicBezTo>
                  <a:close/>
                  <a:moveTo>
                    <a:pt x="237523" y="214505"/>
                  </a:moveTo>
                  <a:cubicBezTo>
                    <a:pt x="232702" y="214505"/>
                    <a:pt x="228135" y="218070"/>
                    <a:pt x="228135" y="223926"/>
                  </a:cubicBezTo>
                  <a:cubicBezTo>
                    <a:pt x="228135" y="228510"/>
                    <a:pt x="232702" y="233093"/>
                    <a:pt x="237523" y="233093"/>
                  </a:cubicBezTo>
                  <a:cubicBezTo>
                    <a:pt x="243358" y="233093"/>
                    <a:pt x="246656" y="228510"/>
                    <a:pt x="246656" y="223926"/>
                  </a:cubicBezTo>
                  <a:cubicBezTo>
                    <a:pt x="246656" y="218070"/>
                    <a:pt x="243358" y="214505"/>
                    <a:pt x="237523" y="214505"/>
                  </a:cubicBezTo>
                  <a:close/>
                  <a:moveTo>
                    <a:pt x="209614" y="214505"/>
                  </a:moveTo>
                  <a:cubicBezTo>
                    <a:pt x="203524" y="214505"/>
                    <a:pt x="199972" y="218070"/>
                    <a:pt x="199972" y="223926"/>
                  </a:cubicBezTo>
                  <a:cubicBezTo>
                    <a:pt x="199972" y="228510"/>
                    <a:pt x="203524" y="233093"/>
                    <a:pt x="209614" y="233093"/>
                  </a:cubicBezTo>
                  <a:cubicBezTo>
                    <a:pt x="214180" y="233093"/>
                    <a:pt x="218747" y="228510"/>
                    <a:pt x="218747" y="223926"/>
                  </a:cubicBezTo>
                  <a:cubicBezTo>
                    <a:pt x="218747" y="218070"/>
                    <a:pt x="214180" y="214505"/>
                    <a:pt x="209614" y="214505"/>
                  </a:cubicBezTo>
                  <a:close/>
                  <a:moveTo>
                    <a:pt x="180436" y="214505"/>
                  </a:moveTo>
                  <a:cubicBezTo>
                    <a:pt x="175615" y="214505"/>
                    <a:pt x="171048" y="218070"/>
                    <a:pt x="171048" y="223926"/>
                  </a:cubicBezTo>
                  <a:cubicBezTo>
                    <a:pt x="171048" y="228510"/>
                    <a:pt x="175615" y="233093"/>
                    <a:pt x="180436" y="233093"/>
                  </a:cubicBezTo>
                  <a:cubicBezTo>
                    <a:pt x="186018" y="233093"/>
                    <a:pt x="189570" y="228510"/>
                    <a:pt x="189570" y="223926"/>
                  </a:cubicBezTo>
                  <a:cubicBezTo>
                    <a:pt x="189570" y="218070"/>
                    <a:pt x="186018" y="214505"/>
                    <a:pt x="180436" y="214505"/>
                  </a:cubicBezTo>
                  <a:close/>
                  <a:moveTo>
                    <a:pt x="66009" y="214505"/>
                  </a:moveTo>
                  <a:cubicBezTo>
                    <a:pt x="61442" y="214505"/>
                    <a:pt x="56622" y="218070"/>
                    <a:pt x="56622" y="223926"/>
                  </a:cubicBezTo>
                  <a:cubicBezTo>
                    <a:pt x="56622" y="228510"/>
                    <a:pt x="61442" y="233093"/>
                    <a:pt x="66009" y="233093"/>
                  </a:cubicBezTo>
                  <a:cubicBezTo>
                    <a:pt x="71591" y="233093"/>
                    <a:pt x="75397" y="228510"/>
                    <a:pt x="75397" y="223926"/>
                  </a:cubicBezTo>
                  <a:cubicBezTo>
                    <a:pt x="75397" y="218070"/>
                    <a:pt x="71591" y="214505"/>
                    <a:pt x="66009" y="214505"/>
                  </a:cubicBezTo>
                  <a:close/>
                  <a:moveTo>
                    <a:pt x="237523" y="157342"/>
                  </a:moveTo>
                  <a:cubicBezTo>
                    <a:pt x="232702" y="157342"/>
                    <a:pt x="228135" y="160889"/>
                    <a:pt x="228135" y="166461"/>
                  </a:cubicBezTo>
                  <a:cubicBezTo>
                    <a:pt x="228135" y="171274"/>
                    <a:pt x="232702" y="175834"/>
                    <a:pt x="237523" y="175834"/>
                  </a:cubicBezTo>
                  <a:cubicBezTo>
                    <a:pt x="243358" y="175834"/>
                    <a:pt x="246656" y="171274"/>
                    <a:pt x="246656" y="166461"/>
                  </a:cubicBezTo>
                  <a:cubicBezTo>
                    <a:pt x="246656" y="160889"/>
                    <a:pt x="243358" y="157342"/>
                    <a:pt x="237523" y="157342"/>
                  </a:cubicBezTo>
                  <a:close/>
                  <a:moveTo>
                    <a:pt x="209614" y="157342"/>
                  </a:moveTo>
                  <a:cubicBezTo>
                    <a:pt x="203524" y="157342"/>
                    <a:pt x="199972" y="160889"/>
                    <a:pt x="199972" y="166461"/>
                  </a:cubicBezTo>
                  <a:cubicBezTo>
                    <a:pt x="199972" y="171274"/>
                    <a:pt x="203524" y="175834"/>
                    <a:pt x="209614" y="175834"/>
                  </a:cubicBezTo>
                  <a:cubicBezTo>
                    <a:pt x="214180" y="175834"/>
                    <a:pt x="218747" y="171274"/>
                    <a:pt x="218747" y="166461"/>
                  </a:cubicBezTo>
                  <a:cubicBezTo>
                    <a:pt x="218747" y="160889"/>
                    <a:pt x="214180" y="157342"/>
                    <a:pt x="209614" y="157342"/>
                  </a:cubicBezTo>
                  <a:close/>
                  <a:moveTo>
                    <a:pt x="180436" y="157342"/>
                  </a:moveTo>
                  <a:cubicBezTo>
                    <a:pt x="175615" y="157342"/>
                    <a:pt x="171048" y="160889"/>
                    <a:pt x="171048" y="166461"/>
                  </a:cubicBezTo>
                  <a:cubicBezTo>
                    <a:pt x="171048" y="171274"/>
                    <a:pt x="175615" y="175834"/>
                    <a:pt x="180436" y="175834"/>
                  </a:cubicBezTo>
                  <a:cubicBezTo>
                    <a:pt x="186018" y="175834"/>
                    <a:pt x="189570" y="171274"/>
                    <a:pt x="189570" y="166461"/>
                  </a:cubicBezTo>
                  <a:cubicBezTo>
                    <a:pt x="189570" y="160889"/>
                    <a:pt x="186018" y="157342"/>
                    <a:pt x="180436" y="157342"/>
                  </a:cubicBezTo>
                  <a:close/>
                  <a:moveTo>
                    <a:pt x="66009" y="157342"/>
                  </a:moveTo>
                  <a:cubicBezTo>
                    <a:pt x="61442" y="157342"/>
                    <a:pt x="56622" y="160889"/>
                    <a:pt x="56622" y="166461"/>
                  </a:cubicBezTo>
                  <a:cubicBezTo>
                    <a:pt x="56622" y="171274"/>
                    <a:pt x="61442" y="175834"/>
                    <a:pt x="66009" y="175834"/>
                  </a:cubicBezTo>
                  <a:cubicBezTo>
                    <a:pt x="71591" y="175834"/>
                    <a:pt x="75397" y="171274"/>
                    <a:pt x="75397" y="166461"/>
                  </a:cubicBezTo>
                  <a:cubicBezTo>
                    <a:pt x="75397" y="160889"/>
                    <a:pt x="71591" y="157342"/>
                    <a:pt x="66009" y="157342"/>
                  </a:cubicBezTo>
                  <a:close/>
                  <a:moveTo>
                    <a:pt x="237523" y="100596"/>
                  </a:moveTo>
                  <a:cubicBezTo>
                    <a:pt x="232702" y="100596"/>
                    <a:pt x="228135" y="103907"/>
                    <a:pt x="228135" y="109763"/>
                  </a:cubicBezTo>
                  <a:cubicBezTo>
                    <a:pt x="228135" y="114601"/>
                    <a:pt x="232702" y="118930"/>
                    <a:pt x="237523" y="118930"/>
                  </a:cubicBezTo>
                  <a:cubicBezTo>
                    <a:pt x="243358" y="118930"/>
                    <a:pt x="246656" y="114601"/>
                    <a:pt x="246656" y="109763"/>
                  </a:cubicBezTo>
                  <a:cubicBezTo>
                    <a:pt x="246656" y="103907"/>
                    <a:pt x="243358" y="100596"/>
                    <a:pt x="237523" y="100596"/>
                  </a:cubicBezTo>
                  <a:close/>
                  <a:moveTo>
                    <a:pt x="209614" y="100596"/>
                  </a:moveTo>
                  <a:cubicBezTo>
                    <a:pt x="203524" y="100596"/>
                    <a:pt x="199972" y="103907"/>
                    <a:pt x="199972" y="109763"/>
                  </a:cubicBezTo>
                  <a:cubicBezTo>
                    <a:pt x="199972" y="114601"/>
                    <a:pt x="203524" y="118930"/>
                    <a:pt x="209614" y="118930"/>
                  </a:cubicBezTo>
                  <a:cubicBezTo>
                    <a:pt x="214180" y="118930"/>
                    <a:pt x="218747" y="114601"/>
                    <a:pt x="218747" y="109763"/>
                  </a:cubicBezTo>
                  <a:cubicBezTo>
                    <a:pt x="218747" y="103907"/>
                    <a:pt x="214180" y="100596"/>
                    <a:pt x="209614" y="100596"/>
                  </a:cubicBezTo>
                  <a:close/>
                  <a:moveTo>
                    <a:pt x="180436" y="100596"/>
                  </a:moveTo>
                  <a:cubicBezTo>
                    <a:pt x="175615" y="100596"/>
                    <a:pt x="171048" y="103907"/>
                    <a:pt x="171048" y="109763"/>
                  </a:cubicBezTo>
                  <a:cubicBezTo>
                    <a:pt x="171048" y="114601"/>
                    <a:pt x="175615" y="118930"/>
                    <a:pt x="180436" y="118930"/>
                  </a:cubicBezTo>
                  <a:cubicBezTo>
                    <a:pt x="186018" y="118930"/>
                    <a:pt x="189570" y="114601"/>
                    <a:pt x="189570" y="109763"/>
                  </a:cubicBezTo>
                  <a:cubicBezTo>
                    <a:pt x="189570" y="103907"/>
                    <a:pt x="186018" y="100596"/>
                    <a:pt x="180436" y="100596"/>
                  </a:cubicBezTo>
                  <a:close/>
                  <a:moveTo>
                    <a:pt x="66009" y="100596"/>
                  </a:moveTo>
                  <a:cubicBezTo>
                    <a:pt x="61442" y="100596"/>
                    <a:pt x="56622" y="103907"/>
                    <a:pt x="56622" y="109763"/>
                  </a:cubicBezTo>
                  <a:cubicBezTo>
                    <a:pt x="56622" y="114601"/>
                    <a:pt x="61442" y="118930"/>
                    <a:pt x="66009" y="118930"/>
                  </a:cubicBezTo>
                  <a:cubicBezTo>
                    <a:pt x="71591" y="118930"/>
                    <a:pt x="75397" y="114601"/>
                    <a:pt x="75397" y="109763"/>
                  </a:cubicBezTo>
                  <a:cubicBezTo>
                    <a:pt x="75397" y="103907"/>
                    <a:pt x="71591" y="100596"/>
                    <a:pt x="66009" y="100596"/>
                  </a:cubicBezTo>
                  <a:close/>
                  <a:moveTo>
                    <a:pt x="237523" y="43179"/>
                  </a:moveTo>
                  <a:cubicBezTo>
                    <a:pt x="232702" y="43179"/>
                    <a:pt x="228135" y="46726"/>
                    <a:pt x="228135" y="52552"/>
                  </a:cubicBezTo>
                  <a:cubicBezTo>
                    <a:pt x="228135" y="57111"/>
                    <a:pt x="232702" y="61924"/>
                    <a:pt x="237523" y="61924"/>
                  </a:cubicBezTo>
                  <a:cubicBezTo>
                    <a:pt x="243358" y="61924"/>
                    <a:pt x="246656" y="57111"/>
                    <a:pt x="246656" y="52552"/>
                  </a:cubicBezTo>
                  <a:cubicBezTo>
                    <a:pt x="246656" y="46726"/>
                    <a:pt x="243358" y="43179"/>
                    <a:pt x="237523" y="43179"/>
                  </a:cubicBezTo>
                  <a:close/>
                  <a:moveTo>
                    <a:pt x="209614" y="43179"/>
                  </a:moveTo>
                  <a:cubicBezTo>
                    <a:pt x="203524" y="43179"/>
                    <a:pt x="199972" y="46726"/>
                    <a:pt x="199972" y="52552"/>
                  </a:cubicBezTo>
                  <a:cubicBezTo>
                    <a:pt x="199972" y="57111"/>
                    <a:pt x="203524" y="61924"/>
                    <a:pt x="209614" y="61924"/>
                  </a:cubicBezTo>
                  <a:cubicBezTo>
                    <a:pt x="214180" y="61924"/>
                    <a:pt x="218747" y="57111"/>
                    <a:pt x="218747" y="52552"/>
                  </a:cubicBezTo>
                  <a:cubicBezTo>
                    <a:pt x="218747" y="46726"/>
                    <a:pt x="214180" y="43179"/>
                    <a:pt x="209614" y="43179"/>
                  </a:cubicBezTo>
                  <a:close/>
                  <a:moveTo>
                    <a:pt x="180436" y="43179"/>
                  </a:moveTo>
                  <a:cubicBezTo>
                    <a:pt x="175615" y="43179"/>
                    <a:pt x="171048" y="46726"/>
                    <a:pt x="171048" y="52552"/>
                  </a:cubicBezTo>
                  <a:cubicBezTo>
                    <a:pt x="171048" y="57111"/>
                    <a:pt x="175615" y="61924"/>
                    <a:pt x="180436" y="61924"/>
                  </a:cubicBezTo>
                  <a:cubicBezTo>
                    <a:pt x="186018" y="61924"/>
                    <a:pt x="189570" y="57111"/>
                    <a:pt x="189570" y="52552"/>
                  </a:cubicBezTo>
                  <a:cubicBezTo>
                    <a:pt x="189570" y="46726"/>
                    <a:pt x="186018" y="43179"/>
                    <a:pt x="180436" y="43179"/>
                  </a:cubicBezTo>
                  <a:close/>
                  <a:moveTo>
                    <a:pt x="66009" y="43179"/>
                  </a:moveTo>
                  <a:cubicBezTo>
                    <a:pt x="61442" y="43179"/>
                    <a:pt x="56622" y="46726"/>
                    <a:pt x="56622" y="52552"/>
                  </a:cubicBezTo>
                  <a:cubicBezTo>
                    <a:pt x="56622" y="57111"/>
                    <a:pt x="61442" y="61924"/>
                    <a:pt x="66009" y="61924"/>
                  </a:cubicBezTo>
                  <a:cubicBezTo>
                    <a:pt x="71591" y="61924"/>
                    <a:pt x="75397" y="57111"/>
                    <a:pt x="75397" y="52552"/>
                  </a:cubicBezTo>
                  <a:cubicBezTo>
                    <a:pt x="75397" y="46726"/>
                    <a:pt x="71591" y="43179"/>
                    <a:pt x="66009" y="43179"/>
                  </a:cubicBezTo>
                  <a:close/>
                  <a:moveTo>
                    <a:pt x="47712" y="18771"/>
                  </a:moveTo>
                  <a:cubicBezTo>
                    <a:pt x="41875" y="18771"/>
                    <a:pt x="38576" y="23083"/>
                    <a:pt x="38576" y="27902"/>
                  </a:cubicBezTo>
                  <a:cubicBezTo>
                    <a:pt x="38576" y="27902"/>
                    <a:pt x="38576" y="27902"/>
                    <a:pt x="38576" y="34006"/>
                  </a:cubicBezTo>
                  <a:lnTo>
                    <a:pt x="38576" y="37826"/>
                  </a:lnTo>
                  <a:lnTo>
                    <a:pt x="47234" y="27981"/>
                  </a:lnTo>
                  <a:cubicBezTo>
                    <a:pt x="47234" y="27981"/>
                    <a:pt x="47234" y="27981"/>
                    <a:pt x="257313" y="27981"/>
                  </a:cubicBezTo>
                  <a:cubicBezTo>
                    <a:pt x="262133" y="27981"/>
                    <a:pt x="266446" y="32794"/>
                    <a:pt x="266446" y="38367"/>
                  </a:cubicBezTo>
                  <a:cubicBezTo>
                    <a:pt x="266446" y="38367"/>
                    <a:pt x="266446" y="38367"/>
                    <a:pt x="266446" y="66484"/>
                  </a:cubicBezTo>
                  <a:cubicBezTo>
                    <a:pt x="266446" y="72310"/>
                    <a:pt x="262133" y="75856"/>
                    <a:pt x="257313" y="75856"/>
                  </a:cubicBezTo>
                  <a:cubicBezTo>
                    <a:pt x="257313" y="75856"/>
                    <a:pt x="257313" y="75856"/>
                    <a:pt x="47234" y="75856"/>
                  </a:cubicBezTo>
                  <a:lnTo>
                    <a:pt x="38576" y="66972"/>
                  </a:lnTo>
                  <a:lnTo>
                    <a:pt x="38576" y="76731"/>
                  </a:lnTo>
                  <a:lnTo>
                    <a:pt x="38576" y="95201"/>
                  </a:lnTo>
                  <a:lnTo>
                    <a:pt x="47234" y="85063"/>
                  </a:lnTo>
                  <a:cubicBezTo>
                    <a:pt x="47234" y="85063"/>
                    <a:pt x="47234" y="85063"/>
                    <a:pt x="257313" y="85063"/>
                  </a:cubicBezTo>
                  <a:cubicBezTo>
                    <a:pt x="262133" y="85063"/>
                    <a:pt x="266446" y="89901"/>
                    <a:pt x="266446" y="95758"/>
                  </a:cubicBezTo>
                  <a:cubicBezTo>
                    <a:pt x="266446" y="95758"/>
                    <a:pt x="266446" y="95758"/>
                    <a:pt x="266446" y="123768"/>
                  </a:cubicBezTo>
                  <a:cubicBezTo>
                    <a:pt x="266446" y="129880"/>
                    <a:pt x="262133" y="132935"/>
                    <a:pt x="257313" y="132935"/>
                  </a:cubicBezTo>
                  <a:cubicBezTo>
                    <a:pt x="257313" y="132935"/>
                    <a:pt x="257313" y="132935"/>
                    <a:pt x="47234" y="132935"/>
                  </a:cubicBezTo>
                  <a:lnTo>
                    <a:pt x="38576" y="124246"/>
                  </a:lnTo>
                  <a:lnTo>
                    <a:pt x="38576" y="151989"/>
                  </a:lnTo>
                  <a:lnTo>
                    <a:pt x="47234" y="142144"/>
                  </a:lnTo>
                  <a:cubicBezTo>
                    <a:pt x="47234" y="142144"/>
                    <a:pt x="47234" y="142144"/>
                    <a:pt x="257313" y="142144"/>
                  </a:cubicBezTo>
                  <a:cubicBezTo>
                    <a:pt x="262133" y="142144"/>
                    <a:pt x="266446" y="146957"/>
                    <a:pt x="266446" y="152530"/>
                  </a:cubicBezTo>
                  <a:cubicBezTo>
                    <a:pt x="266446" y="152530"/>
                    <a:pt x="266446" y="152530"/>
                    <a:pt x="266446" y="180393"/>
                  </a:cubicBezTo>
                  <a:cubicBezTo>
                    <a:pt x="266446" y="186219"/>
                    <a:pt x="262133" y="190019"/>
                    <a:pt x="257313" y="190019"/>
                  </a:cubicBezTo>
                  <a:cubicBezTo>
                    <a:pt x="257313" y="190019"/>
                    <a:pt x="257313" y="190019"/>
                    <a:pt x="47234" y="190019"/>
                  </a:cubicBezTo>
                  <a:lnTo>
                    <a:pt x="38576" y="180895"/>
                  </a:lnTo>
                  <a:lnTo>
                    <a:pt x="38576" y="192699"/>
                  </a:lnTo>
                  <a:lnTo>
                    <a:pt x="38576" y="209123"/>
                  </a:lnTo>
                  <a:lnTo>
                    <a:pt x="47234" y="199226"/>
                  </a:lnTo>
                  <a:cubicBezTo>
                    <a:pt x="47234" y="199226"/>
                    <a:pt x="47234" y="199226"/>
                    <a:pt x="257313" y="199226"/>
                  </a:cubicBezTo>
                  <a:cubicBezTo>
                    <a:pt x="262133" y="199226"/>
                    <a:pt x="266446" y="204064"/>
                    <a:pt x="266446" y="209666"/>
                  </a:cubicBezTo>
                  <a:cubicBezTo>
                    <a:pt x="266446" y="209666"/>
                    <a:pt x="266446" y="209666"/>
                    <a:pt x="266446" y="237931"/>
                  </a:cubicBezTo>
                  <a:cubicBezTo>
                    <a:pt x="266446" y="243534"/>
                    <a:pt x="262133" y="247098"/>
                    <a:pt x="257313" y="247098"/>
                  </a:cubicBezTo>
                  <a:cubicBezTo>
                    <a:pt x="257313" y="247098"/>
                    <a:pt x="257313" y="247098"/>
                    <a:pt x="47234" y="247098"/>
                  </a:cubicBezTo>
                  <a:lnTo>
                    <a:pt x="38576" y="238409"/>
                  </a:lnTo>
                  <a:lnTo>
                    <a:pt x="38576" y="266445"/>
                  </a:lnTo>
                  <a:lnTo>
                    <a:pt x="47234" y="256307"/>
                  </a:lnTo>
                  <a:cubicBezTo>
                    <a:pt x="47234" y="256307"/>
                    <a:pt x="47234" y="256307"/>
                    <a:pt x="257313" y="256307"/>
                  </a:cubicBezTo>
                  <a:cubicBezTo>
                    <a:pt x="262133" y="256307"/>
                    <a:pt x="266446" y="260891"/>
                    <a:pt x="266446" y="267002"/>
                  </a:cubicBezTo>
                  <a:cubicBezTo>
                    <a:pt x="266446" y="267002"/>
                    <a:pt x="266446" y="267002"/>
                    <a:pt x="266446" y="295013"/>
                  </a:cubicBezTo>
                  <a:cubicBezTo>
                    <a:pt x="266446" y="300870"/>
                    <a:pt x="262133" y="304180"/>
                    <a:pt x="257313" y="304180"/>
                  </a:cubicBezTo>
                  <a:cubicBezTo>
                    <a:pt x="257313" y="304180"/>
                    <a:pt x="257313" y="304180"/>
                    <a:pt x="47234" y="304180"/>
                  </a:cubicBezTo>
                  <a:lnTo>
                    <a:pt x="38576" y="295491"/>
                  </a:lnTo>
                  <a:lnTo>
                    <a:pt x="38576" y="323286"/>
                  </a:lnTo>
                  <a:lnTo>
                    <a:pt x="47234" y="313389"/>
                  </a:lnTo>
                  <a:cubicBezTo>
                    <a:pt x="47234" y="313389"/>
                    <a:pt x="47234" y="313389"/>
                    <a:pt x="257313" y="313389"/>
                  </a:cubicBezTo>
                  <a:cubicBezTo>
                    <a:pt x="262133" y="313389"/>
                    <a:pt x="266446" y="317718"/>
                    <a:pt x="266446" y="323829"/>
                  </a:cubicBezTo>
                  <a:cubicBezTo>
                    <a:pt x="266446" y="323829"/>
                    <a:pt x="266446" y="323829"/>
                    <a:pt x="266446" y="351840"/>
                  </a:cubicBezTo>
                  <a:cubicBezTo>
                    <a:pt x="266446" y="357697"/>
                    <a:pt x="262133" y="361261"/>
                    <a:pt x="257313" y="361261"/>
                  </a:cubicBezTo>
                  <a:cubicBezTo>
                    <a:pt x="257313" y="361261"/>
                    <a:pt x="257313" y="361261"/>
                    <a:pt x="47234" y="361261"/>
                  </a:cubicBezTo>
                  <a:lnTo>
                    <a:pt x="38576" y="352331"/>
                  </a:lnTo>
                  <a:lnTo>
                    <a:pt x="38576" y="380367"/>
                  </a:lnTo>
                  <a:lnTo>
                    <a:pt x="47234" y="370470"/>
                  </a:lnTo>
                  <a:cubicBezTo>
                    <a:pt x="47234" y="370470"/>
                    <a:pt x="47234" y="370470"/>
                    <a:pt x="257313" y="370470"/>
                  </a:cubicBezTo>
                  <a:cubicBezTo>
                    <a:pt x="262133" y="370470"/>
                    <a:pt x="266446" y="375054"/>
                    <a:pt x="266446" y="380911"/>
                  </a:cubicBezTo>
                  <a:cubicBezTo>
                    <a:pt x="266446" y="380911"/>
                    <a:pt x="266446" y="380911"/>
                    <a:pt x="266446" y="409176"/>
                  </a:cubicBezTo>
                  <a:cubicBezTo>
                    <a:pt x="266446" y="414778"/>
                    <a:pt x="262133" y="418343"/>
                    <a:pt x="257313" y="418343"/>
                  </a:cubicBezTo>
                  <a:cubicBezTo>
                    <a:pt x="257313" y="418343"/>
                    <a:pt x="257313" y="418343"/>
                    <a:pt x="47234" y="418343"/>
                  </a:cubicBezTo>
                  <a:lnTo>
                    <a:pt x="38576" y="409654"/>
                  </a:lnTo>
                  <a:lnTo>
                    <a:pt x="38576" y="418531"/>
                  </a:lnTo>
                  <a:cubicBezTo>
                    <a:pt x="38576" y="424618"/>
                    <a:pt x="41875" y="427662"/>
                    <a:pt x="47712" y="427662"/>
                  </a:cubicBezTo>
                  <a:cubicBezTo>
                    <a:pt x="47712" y="427662"/>
                    <a:pt x="47712" y="427662"/>
                    <a:pt x="257849" y="427662"/>
                  </a:cubicBezTo>
                  <a:cubicBezTo>
                    <a:pt x="262671" y="427662"/>
                    <a:pt x="266986" y="424618"/>
                    <a:pt x="266986" y="418531"/>
                  </a:cubicBezTo>
                  <a:cubicBezTo>
                    <a:pt x="266986" y="418531"/>
                    <a:pt x="266986" y="418531"/>
                    <a:pt x="266986" y="27902"/>
                  </a:cubicBezTo>
                  <a:cubicBezTo>
                    <a:pt x="266986" y="23083"/>
                    <a:pt x="262671" y="18771"/>
                    <a:pt x="257849" y="18771"/>
                  </a:cubicBezTo>
                  <a:cubicBezTo>
                    <a:pt x="257849" y="18771"/>
                    <a:pt x="257849" y="18771"/>
                    <a:pt x="47712" y="18771"/>
                  </a:cubicBezTo>
                  <a:close/>
                  <a:moveTo>
                    <a:pt x="29186" y="0"/>
                  </a:moveTo>
                  <a:cubicBezTo>
                    <a:pt x="29186" y="0"/>
                    <a:pt x="29186" y="0"/>
                    <a:pt x="276630" y="0"/>
                  </a:cubicBezTo>
                  <a:cubicBezTo>
                    <a:pt x="281198" y="0"/>
                    <a:pt x="285766" y="4820"/>
                    <a:pt x="285766" y="9132"/>
                  </a:cubicBezTo>
                  <a:cubicBezTo>
                    <a:pt x="285766" y="9132"/>
                    <a:pt x="285766" y="9132"/>
                    <a:pt x="285766" y="438569"/>
                  </a:cubicBezTo>
                  <a:cubicBezTo>
                    <a:pt x="285766" y="442882"/>
                    <a:pt x="290588" y="447701"/>
                    <a:pt x="295156" y="447701"/>
                  </a:cubicBezTo>
                  <a:cubicBezTo>
                    <a:pt x="300993" y="447701"/>
                    <a:pt x="304546" y="451252"/>
                    <a:pt x="304546" y="456833"/>
                  </a:cubicBezTo>
                  <a:cubicBezTo>
                    <a:pt x="304546" y="461652"/>
                    <a:pt x="300993" y="466471"/>
                    <a:pt x="295156" y="466471"/>
                  </a:cubicBezTo>
                  <a:cubicBezTo>
                    <a:pt x="295156" y="466471"/>
                    <a:pt x="295156" y="466471"/>
                    <a:pt x="9137" y="466471"/>
                  </a:cubicBezTo>
                  <a:cubicBezTo>
                    <a:pt x="4822" y="466471"/>
                    <a:pt x="0" y="461652"/>
                    <a:pt x="0" y="456833"/>
                  </a:cubicBezTo>
                  <a:cubicBezTo>
                    <a:pt x="0" y="451252"/>
                    <a:pt x="4822" y="447701"/>
                    <a:pt x="9137" y="447701"/>
                  </a:cubicBezTo>
                  <a:cubicBezTo>
                    <a:pt x="15227" y="447701"/>
                    <a:pt x="18780" y="442882"/>
                    <a:pt x="18780" y="438569"/>
                  </a:cubicBezTo>
                  <a:cubicBezTo>
                    <a:pt x="18780" y="438569"/>
                    <a:pt x="18780" y="438569"/>
                    <a:pt x="18780" y="9132"/>
                  </a:cubicBezTo>
                  <a:cubicBezTo>
                    <a:pt x="18780" y="4820"/>
                    <a:pt x="23349" y="0"/>
                    <a:pt x="2918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3"/>
                <a:buFont typeface="Arial"/>
                <a:buNone/>
              </a:pPr>
              <a:endParaRPr sz="1333" b="0" i="0" u="none" strike="noStrike" cap="none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25aa72486d4_0_0"/>
            <p:cNvSpPr/>
            <p:nvPr/>
          </p:nvSpPr>
          <p:spPr>
            <a:xfrm>
              <a:off x="3845033" y="3884324"/>
              <a:ext cx="378076" cy="278244"/>
            </a:xfrm>
            <a:custGeom>
              <a:avLst/>
              <a:gdLst/>
              <a:ahLst/>
              <a:cxnLst/>
              <a:rect l="l" t="t" r="r" b="b"/>
              <a:pathLst>
                <a:path w="690549" h="483902" extrusionOk="0">
                  <a:moveTo>
                    <a:pt x="502261" y="250115"/>
                  </a:moveTo>
                  <a:cubicBezTo>
                    <a:pt x="502261" y="250115"/>
                    <a:pt x="502261" y="250115"/>
                    <a:pt x="633313" y="250115"/>
                  </a:cubicBezTo>
                  <a:lnTo>
                    <a:pt x="635022" y="250115"/>
                  </a:lnTo>
                  <a:cubicBezTo>
                    <a:pt x="647273" y="248399"/>
                    <a:pt x="657529" y="256980"/>
                    <a:pt x="660948" y="268993"/>
                  </a:cubicBezTo>
                  <a:cubicBezTo>
                    <a:pt x="660948" y="268993"/>
                    <a:pt x="660948" y="268993"/>
                    <a:pt x="690292" y="385122"/>
                  </a:cubicBezTo>
                  <a:cubicBezTo>
                    <a:pt x="692001" y="398851"/>
                    <a:pt x="685164" y="411151"/>
                    <a:pt x="671204" y="414583"/>
                  </a:cubicBezTo>
                  <a:cubicBezTo>
                    <a:pt x="659238" y="418015"/>
                    <a:pt x="645563" y="411151"/>
                    <a:pt x="641860" y="397135"/>
                  </a:cubicBezTo>
                  <a:cubicBezTo>
                    <a:pt x="641860" y="397135"/>
                    <a:pt x="641860" y="397135"/>
                    <a:pt x="635022" y="372822"/>
                  </a:cubicBezTo>
                  <a:cubicBezTo>
                    <a:pt x="635022" y="372822"/>
                    <a:pt x="635022" y="372822"/>
                    <a:pt x="626475" y="449193"/>
                  </a:cubicBezTo>
                  <a:cubicBezTo>
                    <a:pt x="626475" y="456057"/>
                    <a:pt x="619638" y="461206"/>
                    <a:pt x="612800" y="461206"/>
                  </a:cubicBezTo>
                  <a:cubicBezTo>
                    <a:pt x="612800" y="461206"/>
                    <a:pt x="612800" y="461206"/>
                    <a:pt x="514512" y="461206"/>
                  </a:cubicBezTo>
                  <a:cubicBezTo>
                    <a:pt x="505680" y="461206"/>
                    <a:pt x="500552" y="456057"/>
                    <a:pt x="500552" y="449193"/>
                  </a:cubicBezTo>
                  <a:cubicBezTo>
                    <a:pt x="500552" y="449193"/>
                    <a:pt x="500552" y="449193"/>
                    <a:pt x="497133" y="430029"/>
                  </a:cubicBezTo>
                  <a:cubicBezTo>
                    <a:pt x="498842" y="430029"/>
                    <a:pt x="498842" y="430029"/>
                    <a:pt x="498842" y="430029"/>
                  </a:cubicBezTo>
                  <a:cubicBezTo>
                    <a:pt x="524768" y="423164"/>
                    <a:pt x="538443" y="397135"/>
                    <a:pt x="533315" y="372822"/>
                  </a:cubicBezTo>
                  <a:cubicBezTo>
                    <a:pt x="533315" y="372822"/>
                    <a:pt x="533315" y="372822"/>
                    <a:pt x="502261" y="250115"/>
                  </a:cubicBezTo>
                  <a:close/>
                  <a:moveTo>
                    <a:pt x="55527" y="250115"/>
                  </a:moveTo>
                  <a:lnTo>
                    <a:pt x="57236" y="250115"/>
                  </a:lnTo>
                  <a:cubicBezTo>
                    <a:pt x="57236" y="250115"/>
                    <a:pt x="57236" y="250115"/>
                    <a:pt x="188288" y="250115"/>
                  </a:cubicBezTo>
                  <a:cubicBezTo>
                    <a:pt x="188288" y="250115"/>
                    <a:pt x="188288" y="250115"/>
                    <a:pt x="157234" y="372822"/>
                  </a:cubicBezTo>
                  <a:cubicBezTo>
                    <a:pt x="152106" y="397135"/>
                    <a:pt x="165781" y="423164"/>
                    <a:pt x="191707" y="430029"/>
                  </a:cubicBezTo>
                  <a:cubicBezTo>
                    <a:pt x="191707" y="430029"/>
                    <a:pt x="191707" y="430029"/>
                    <a:pt x="193416" y="430029"/>
                  </a:cubicBezTo>
                  <a:cubicBezTo>
                    <a:pt x="193416" y="430029"/>
                    <a:pt x="193416" y="430029"/>
                    <a:pt x="189997" y="449193"/>
                  </a:cubicBezTo>
                  <a:cubicBezTo>
                    <a:pt x="189997" y="456057"/>
                    <a:pt x="184869" y="461206"/>
                    <a:pt x="176037" y="461206"/>
                  </a:cubicBezTo>
                  <a:cubicBezTo>
                    <a:pt x="176037" y="461206"/>
                    <a:pt x="176037" y="461206"/>
                    <a:pt x="77749" y="461206"/>
                  </a:cubicBezTo>
                  <a:cubicBezTo>
                    <a:pt x="70911" y="461206"/>
                    <a:pt x="64074" y="456057"/>
                    <a:pt x="64074" y="449193"/>
                  </a:cubicBezTo>
                  <a:cubicBezTo>
                    <a:pt x="64074" y="449193"/>
                    <a:pt x="64074" y="449193"/>
                    <a:pt x="55527" y="372822"/>
                  </a:cubicBezTo>
                  <a:cubicBezTo>
                    <a:pt x="55527" y="372822"/>
                    <a:pt x="55527" y="372822"/>
                    <a:pt x="48404" y="397135"/>
                  </a:cubicBezTo>
                  <a:cubicBezTo>
                    <a:pt x="44986" y="411151"/>
                    <a:pt x="31311" y="418015"/>
                    <a:pt x="19345" y="414583"/>
                  </a:cubicBezTo>
                  <a:cubicBezTo>
                    <a:pt x="5385" y="411151"/>
                    <a:pt x="-1452" y="398851"/>
                    <a:pt x="257" y="385122"/>
                  </a:cubicBezTo>
                  <a:cubicBezTo>
                    <a:pt x="257" y="385122"/>
                    <a:pt x="257" y="385122"/>
                    <a:pt x="29601" y="268993"/>
                  </a:cubicBezTo>
                  <a:cubicBezTo>
                    <a:pt x="33020" y="256980"/>
                    <a:pt x="43276" y="248399"/>
                    <a:pt x="55527" y="250115"/>
                  </a:cubicBezTo>
                  <a:close/>
                  <a:moveTo>
                    <a:pt x="245766" y="188329"/>
                  </a:moveTo>
                  <a:lnTo>
                    <a:pt x="247478" y="188329"/>
                  </a:lnTo>
                  <a:cubicBezTo>
                    <a:pt x="247478" y="188329"/>
                    <a:pt x="247478" y="188329"/>
                    <a:pt x="444044" y="188329"/>
                  </a:cubicBezTo>
                  <a:lnTo>
                    <a:pt x="446041" y="188329"/>
                  </a:lnTo>
                  <a:cubicBezTo>
                    <a:pt x="461447" y="186614"/>
                    <a:pt x="476853" y="196905"/>
                    <a:pt x="480562" y="214342"/>
                  </a:cubicBezTo>
                  <a:cubicBezTo>
                    <a:pt x="480562" y="214342"/>
                    <a:pt x="480562" y="214342"/>
                    <a:pt x="521930" y="376707"/>
                  </a:cubicBezTo>
                  <a:cubicBezTo>
                    <a:pt x="527065" y="393858"/>
                    <a:pt x="515083" y="413010"/>
                    <a:pt x="497679" y="418156"/>
                  </a:cubicBezTo>
                  <a:cubicBezTo>
                    <a:pt x="478565" y="423301"/>
                    <a:pt x="459735" y="411295"/>
                    <a:pt x="454600" y="393858"/>
                  </a:cubicBezTo>
                  <a:cubicBezTo>
                    <a:pt x="454600" y="393858"/>
                    <a:pt x="454600" y="393858"/>
                    <a:pt x="447753" y="359270"/>
                  </a:cubicBezTo>
                  <a:cubicBezTo>
                    <a:pt x="447753" y="359270"/>
                    <a:pt x="447753" y="359270"/>
                    <a:pt x="435486" y="464750"/>
                  </a:cubicBezTo>
                  <a:cubicBezTo>
                    <a:pt x="433774" y="475327"/>
                    <a:pt x="425215" y="483902"/>
                    <a:pt x="414659" y="483902"/>
                  </a:cubicBezTo>
                  <a:cubicBezTo>
                    <a:pt x="414659" y="483902"/>
                    <a:pt x="414659" y="483902"/>
                    <a:pt x="276863" y="483902"/>
                  </a:cubicBezTo>
                  <a:cubicBezTo>
                    <a:pt x="266592" y="483902"/>
                    <a:pt x="258034" y="475327"/>
                    <a:pt x="256322" y="464750"/>
                  </a:cubicBezTo>
                  <a:cubicBezTo>
                    <a:pt x="256322" y="464750"/>
                    <a:pt x="256322" y="464750"/>
                    <a:pt x="244054" y="359270"/>
                  </a:cubicBezTo>
                  <a:cubicBezTo>
                    <a:pt x="244054" y="359270"/>
                    <a:pt x="244054" y="359270"/>
                    <a:pt x="237207" y="393858"/>
                  </a:cubicBezTo>
                  <a:cubicBezTo>
                    <a:pt x="232072" y="411295"/>
                    <a:pt x="212957" y="423301"/>
                    <a:pt x="194128" y="418156"/>
                  </a:cubicBezTo>
                  <a:cubicBezTo>
                    <a:pt x="176725" y="413010"/>
                    <a:pt x="164743" y="393858"/>
                    <a:pt x="169878" y="376707"/>
                  </a:cubicBezTo>
                  <a:cubicBezTo>
                    <a:pt x="169878" y="376707"/>
                    <a:pt x="169878" y="376707"/>
                    <a:pt x="211246" y="214342"/>
                  </a:cubicBezTo>
                  <a:cubicBezTo>
                    <a:pt x="214669" y="196905"/>
                    <a:pt x="230360" y="186614"/>
                    <a:pt x="245766" y="188329"/>
                  </a:cubicBezTo>
                  <a:close/>
                  <a:moveTo>
                    <a:pt x="562868" y="116003"/>
                  </a:moveTo>
                  <a:cubicBezTo>
                    <a:pt x="598963" y="116003"/>
                    <a:pt x="626531" y="145063"/>
                    <a:pt x="626531" y="179537"/>
                  </a:cubicBezTo>
                  <a:cubicBezTo>
                    <a:pt x="626531" y="214295"/>
                    <a:pt x="598963" y="243070"/>
                    <a:pt x="562868" y="243070"/>
                  </a:cubicBezTo>
                  <a:cubicBezTo>
                    <a:pt x="528478" y="243070"/>
                    <a:pt x="500910" y="214295"/>
                    <a:pt x="500910" y="179537"/>
                  </a:cubicBezTo>
                  <a:cubicBezTo>
                    <a:pt x="500910" y="145063"/>
                    <a:pt x="528478" y="116003"/>
                    <a:pt x="562868" y="116003"/>
                  </a:cubicBezTo>
                  <a:close/>
                  <a:moveTo>
                    <a:pt x="127682" y="116003"/>
                  </a:moveTo>
                  <a:cubicBezTo>
                    <a:pt x="162071" y="116003"/>
                    <a:pt x="189640" y="145063"/>
                    <a:pt x="189640" y="179537"/>
                  </a:cubicBezTo>
                  <a:cubicBezTo>
                    <a:pt x="189640" y="214295"/>
                    <a:pt x="162071" y="243070"/>
                    <a:pt x="127682" y="243070"/>
                  </a:cubicBezTo>
                  <a:cubicBezTo>
                    <a:pt x="91587" y="243070"/>
                    <a:pt x="64019" y="214295"/>
                    <a:pt x="64019" y="179537"/>
                  </a:cubicBezTo>
                  <a:cubicBezTo>
                    <a:pt x="64019" y="145063"/>
                    <a:pt x="91587" y="116003"/>
                    <a:pt x="127682" y="116003"/>
                  </a:cubicBezTo>
                  <a:close/>
                  <a:moveTo>
                    <a:pt x="345904" y="0"/>
                  </a:moveTo>
                  <a:cubicBezTo>
                    <a:pt x="394184" y="0"/>
                    <a:pt x="433894" y="39884"/>
                    <a:pt x="433894" y="88664"/>
                  </a:cubicBezTo>
                  <a:cubicBezTo>
                    <a:pt x="433894" y="138878"/>
                    <a:pt x="394184" y="178762"/>
                    <a:pt x="345904" y="178762"/>
                  </a:cubicBezTo>
                  <a:cubicBezTo>
                    <a:pt x="297623" y="178762"/>
                    <a:pt x="257913" y="138878"/>
                    <a:pt x="257913" y="88664"/>
                  </a:cubicBezTo>
                  <a:cubicBezTo>
                    <a:pt x="257913" y="39884"/>
                    <a:pt x="297623" y="0"/>
                    <a:pt x="345904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3"/>
                <a:buFont typeface="Arial"/>
                <a:buNone/>
              </a:pPr>
              <a:endParaRPr sz="13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2d409210c8_1_0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800"/>
              <a:buFont typeface="Arial"/>
              <a:buNone/>
            </a:pPr>
            <a:r>
              <a:rPr lang="en-US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Open I</a:t>
            </a:r>
            <a:r>
              <a:rPr lang="en-US"/>
              <a:t>tems</a:t>
            </a:r>
            <a:endParaRPr/>
          </a:p>
        </p:txBody>
      </p:sp>
      <p:sp>
        <p:nvSpPr>
          <p:cNvPr id="513" name="Google Shape;513;g22d409210c8_1_0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514" name="Google Shape;514;g22d409210c8_1_0"/>
          <p:cNvGraphicFramePr/>
          <p:nvPr/>
        </p:nvGraphicFramePr>
        <p:xfrm>
          <a:off x="319039" y="12328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{D549A8BC-E836-4292-9D4D-7CAF7864BACC}</a:tableStyleId>
              </a:tblPr>
              <a:tblGrid>
                <a:gridCol w="298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Task/ Description</a:t>
                      </a:r>
                      <a:endParaRPr sz="18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Date</a:t>
                      </a:r>
                      <a:endParaRPr sz="18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Owner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Transition Plan/ Next Steps</a:t>
                      </a:r>
                      <a:endParaRPr sz="18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Finish Production rollout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October 2025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Pixartprinting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Onboard remaining users from all departments including Developers</a:t>
                      </a:r>
                      <a:r>
                        <a:rPr lang="en-US" sz="1200" u="none" strike="noStrike" cap="none">
                          <a:solidFill>
                            <a:srgbClr val="444746"/>
                          </a:solidFill>
                        </a:rPr>
                        <a:t>. </a:t>
                      </a:r>
                      <a:endParaRPr sz="1200" b="1" u="none" strike="noStrike" cap="none">
                        <a:solidFill>
                          <a:schemeClr val="accent3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Tighten Firewall policies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October 2025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Pixartprinting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444746"/>
                          </a:solidFill>
                        </a:rPr>
                        <a:t>Change the default Firewall rule from Allow All to Block All after configuring all the required exceptions.</a:t>
                      </a:r>
                      <a:endParaRPr sz="1200" b="1" u="none" strike="noStrike" cap="none">
                        <a:solidFill>
                          <a:schemeClr val="accent3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Tighten Cloud App Control Policies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October 2025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Pixartprinting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Configure block policies for high risk applications in all categories.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Fine tune SSL Inspection policies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November 2025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Pixartprinting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Continue adjusting and adding exclusions to SSL Inspection policies as required.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 Configure DLP policies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December 2025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Pixartprinting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Configure DLP policies to control sensitive data and avoid potential data leaks.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Deploy ZCC on Mobile devices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January 2026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Pixartprinting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Expand the deployment of Zscaler Client Connector to Mobile devices.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5aa72486d4_0_73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11553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000">
                <a:solidFill>
                  <a:schemeClr val="dk1"/>
                </a:solidFill>
              </a:rPr>
              <a:t>Recommended Next Steps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21" name="Google Shape;521;g25aa72486d4_0_73"/>
          <p:cNvSpPr txBox="1">
            <a:spLocks noGrp="1"/>
          </p:cNvSpPr>
          <p:nvPr>
            <p:ph type="sldNum" idx="12"/>
          </p:nvPr>
        </p:nvSpPr>
        <p:spPr>
          <a:xfrm>
            <a:off x="11828769" y="6555328"/>
            <a:ext cx="315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522" name="Google Shape;522;g25aa72486d4_0_73"/>
          <p:cNvGrpSpPr/>
          <p:nvPr/>
        </p:nvGrpSpPr>
        <p:grpSpPr>
          <a:xfrm>
            <a:off x="315850" y="1187339"/>
            <a:ext cx="5629711" cy="4784463"/>
            <a:chOff x="315900" y="1511442"/>
            <a:chExt cx="3311400" cy="3206100"/>
          </a:xfrm>
        </p:grpSpPr>
        <p:sp>
          <p:nvSpPr>
            <p:cNvPr id="523" name="Google Shape;523;g25aa72486d4_0_73"/>
            <p:cNvSpPr/>
            <p:nvPr/>
          </p:nvSpPr>
          <p:spPr>
            <a:xfrm>
              <a:off x="315900" y="1511442"/>
              <a:ext cx="3311400" cy="348900"/>
            </a:xfrm>
            <a:prstGeom prst="round2SameRect">
              <a:avLst>
                <a:gd name="adj1" fmla="val 28132"/>
                <a:gd name="adj2" fmla="val 0"/>
              </a:avLst>
            </a:prstGeom>
            <a:solidFill>
              <a:schemeClr val="accent3"/>
            </a:solidFill>
            <a:ln w="25400" cap="flat" cmpd="sng">
              <a:solidFill>
                <a:srgbClr val="2B78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Short Term Activities</a:t>
              </a: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25aa72486d4_0_73"/>
            <p:cNvSpPr/>
            <p:nvPr/>
          </p:nvSpPr>
          <p:spPr>
            <a:xfrm>
              <a:off x="315900" y="1860342"/>
              <a:ext cx="3311400" cy="28572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2B78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25" tIns="243825" rIns="243825" bIns="2438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Finish Production rollout.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Tighten Firewall policies.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Tighten Cloud App Control Policies.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Fine tune SSL Inspection policies.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Configure Role Based Access Control (RBAC).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Configure DLP policies.</a:t>
              </a:r>
              <a:endParaRPr/>
            </a:p>
            <a:p>
              <a:pPr marL="139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g25aa72486d4_0_73"/>
          <p:cNvGrpSpPr/>
          <p:nvPr/>
        </p:nvGrpSpPr>
        <p:grpSpPr>
          <a:xfrm>
            <a:off x="6224700" y="1187295"/>
            <a:ext cx="5337726" cy="4784336"/>
            <a:chOff x="632543" y="1507233"/>
            <a:chExt cx="2713500" cy="2995452"/>
          </a:xfrm>
        </p:grpSpPr>
        <p:sp>
          <p:nvSpPr>
            <p:cNvPr id="526" name="Google Shape;526;g25aa72486d4_0_73"/>
            <p:cNvSpPr/>
            <p:nvPr/>
          </p:nvSpPr>
          <p:spPr>
            <a:xfrm>
              <a:off x="632543" y="1507233"/>
              <a:ext cx="2713500" cy="326100"/>
            </a:xfrm>
            <a:prstGeom prst="round2SameRect">
              <a:avLst>
                <a:gd name="adj1" fmla="val 28132"/>
                <a:gd name="adj2" fmla="val 0"/>
              </a:avLst>
            </a:prstGeom>
            <a:solidFill>
              <a:schemeClr val="accent1"/>
            </a:solidFill>
            <a:ln w="25400" cap="flat" cmpd="sng">
              <a:solidFill>
                <a:srgbClr val="194E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Long Term Activities</a:t>
              </a: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5aa72486d4_0_73"/>
            <p:cNvSpPr/>
            <p:nvPr/>
          </p:nvSpPr>
          <p:spPr>
            <a:xfrm>
              <a:off x="632543" y="1833285"/>
              <a:ext cx="2713500" cy="26694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194E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25" tIns="243825" rIns="243825" bIns="243825" anchor="t" anchorCtr="0">
              <a:noAutofit/>
            </a:bodyPr>
            <a:lstStyle/>
            <a:p>
              <a:pPr marL="4572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Deploy ZCC on Mobile devices.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Consider an upgrade of Sandbox license to have better antimalware protection.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Consider an upgrade of the Firewall License to be able to apply policies based on user groups and network applications.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Adopt additional Zscaler solutions like Zscaler Private Access (ZPA) or Zscaler Digital experience (ZDX).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Consider using ZCC Client when the users are on-prem for a more consistent user experience.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●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Integrate ZIA with 3</a:t>
              </a:r>
              <a:r>
                <a:rPr lang="en-US" sz="1400" b="0" i="0" u="none" strike="noStrike" cap="none" baseline="30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party SIEM.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400" b="0" i="0" u="none" strike="noStrike" cap="none">
                <a:solidFill>
                  <a:srgbClr val="3B3E4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7"/>
          <p:cNvSpPr txBox="1">
            <a:spLocks noGrp="1"/>
          </p:cNvSpPr>
          <p:nvPr>
            <p:ph type="title"/>
          </p:nvPr>
        </p:nvSpPr>
        <p:spPr>
          <a:xfrm>
            <a:off x="315913" y="381000"/>
            <a:ext cx="8566830" cy="65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8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Thank you 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7"/>
          <p:cNvSpPr txBox="1">
            <a:spLocks noGrp="1"/>
          </p:cNvSpPr>
          <p:nvPr>
            <p:ph type="body" idx="1"/>
          </p:nvPr>
        </p:nvSpPr>
        <p:spPr>
          <a:xfrm>
            <a:off x="378775" y="1234500"/>
            <a:ext cx="8655300" cy="46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137150" bIns="13715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rPr lang="en-US" sz="1900"/>
              <a:t>Your feedback on our project and Professional Services team is important to us. </a:t>
            </a:r>
            <a:endParaRPr sz="1900"/>
          </a:p>
          <a:p>
            <a:pPr marL="45720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50"/>
              <a:buNone/>
            </a:pPr>
            <a:r>
              <a:rPr lang="en-US" sz="1700" b="1">
                <a:solidFill>
                  <a:srgbClr val="2B2B2B"/>
                </a:solidFill>
              </a:rPr>
              <a:t>Project Manager: </a:t>
            </a:r>
            <a:r>
              <a:rPr lang="en-US" sz="17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Alex Vazquez</a:t>
            </a:r>
            <a:endParaRPr sz="1700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50"/>
              <a:buNone/>
            </a:pPr>
            <a:r>
              <a:rPr lang="en-US" sz="1700" b="1">
                <a:solidFill>
                  <a:srgbClr val="2B2B2B"/>
                </a:solidFill>
              </a:rPr>
              <a:t>Consultant: </a:t>
            </a:r>
            <a:r>
              <a:rPr lang="en-US" sz="17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Alex Vazquez</a:t>
            </a:r>
            <a:endParaRPr sz="1700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50"/>
              <a:buNone/>
            </a:pPr>
            <a:endParaRPr sz="1700">
              <a:solidFill>
                <a:srgbClr val="125DFE"/>
              </a:solidFill>
              <a:highlight>
                <a:srgbClr val="00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250"/>
              <a:buNone/>
            </a:pPr>
            <a:r>
              <a:rPr lang="en-US" sz="1900"/>
              <a:t>A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short ~6 question survey on how your Professional Services team </a:t>
            </a:r>
            <a:r>
              <a:rPr lang="en-US" sz="1900"/>
              <a:t>did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will be automatically sent </a:t>
            </a:r>
            <a:r>
              <a:rPr lang="en-US" sz="1900"/>
              <a:t>after the project has closed. The following people will receive the survey via email:</a:t>
            </a:r>
            <a:endParaRPr sz="1900"/>
          </a:p>
          <a:p>
            <a:pPr marL="45720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50"/>
              <a:buNone/>
            </a:pPr>
            <a:r>
              <a:rPr lang="en-US" sz="1700" b="1">
                <a:solidFill>
                  <a:srgbClr val="2B2B2B"/>
                </a:solidFill>
              </a:rPr>
              <a:t>Primary Contact: </a:t>
            </a:r>
            <a:r>
              <a:rPr lang="en-US" sz="1700">
                <a:solidFill>
                  <a:srgbClr val="2B2B2B"/>
                </a:solidFill>
              </a:rPr>
              <a:t>Teia proctor</a:t>
            </a:r>
            <a:endParaRPr sz="1700">
              <a:solidFill>
                <a:srgbClr val="2B2B2B"/>
              </a:solidFill>
            </a:endParaRPr>
          </a:p>
          <a:p>
            <a:pPr marL="45720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50"/>
              <a:buNone/>
            </a:pPr>
            <a:r>
              <a:rPr lang="en-US" sz="1700" b="1">
                <a:solidFill>
                  <a:srgbClr val="2B2B2B"/>
                </a:solidFill>
              </a:rPr>
              <a:t>Secondary </a:t>
            </a:r>
            <a:r>
              <a:rPr lang="en-US" sz="1700" b="1">
                <a:solidFill>
                  <a:srgbClr val="2B2B2B"/>
                </a:solidFill>
                <a:highlight>
                  <a:schemeClr val="lt1"/>
                </a:highlight>
              </a:rPr>
              <a:t>Contact: </a:t>
            </a:r>
            <a:r>
              <a:rPr lang="en-US" sz="1700">
                <a:solidFill>
                  <a:srgbClr val="2B2B2B"/>
                </a:solidFill>
              </a:rPr>
              <a:t>Marco Sattier</a:t>
            </a:r>
            <a:endParaRPr sz="1700">
              <a:solidFill>
                <a:srgbClr val="2B2B2B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rPr lang="en-US" sz="1900"/>
              <a:t>We appreciate any insights you can provide to help us improve our processes and ensure we provide the best possible service in future projects.</a:t>
            </a:r>
            <a:endParaRPr sz="1900"/>
          </a:p>
        </p:txBody>
      </p:sp>
      <p:sp>
        <p:nvSpPr>
          <p:cNvPr id="534" name="Google Shape;534;p17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/>
              <a:t>20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17"/>
          <p:cNvPicPr preferRelativeResize="0"/>
          <p:nvPr/>
        </p:nvPicPr>
        <p:blipFill rotWithShape="1">
          <a:blip r:embed="rId3">
            <a:alphaModFix/>
          </a:blip>
          <a:srcRect l="34992" r="34988"/>
          <a:stretch/>
        </p:blipFill>
        <p:spPr>
          <a:xfrm>
            <a:off x="9256296" y="0"/>
            <a:ext cx="2935706" cy="6518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1962" y="114305"/>
            <a:ext cx="2920387" cy="3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7"/>
          <p:cNvSpPr/>
          <p:nvPr/>
        </p:nvSpPr>
        <p:spPr>
          <a:xfrm>
            <a:off x="9706550" y="139350"/>
            <a:ext cx="2035200" cy="1169100"/>
          </a:xfrm>
          <a:prstGeom prst="wedgeEllipseCallout">
            <a:avLst>
              <a:gd name="adj1" fmla="val -27194"/>
              <a:gd name="adj2" fmla="val 68333"/>
            </a:avLst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3660000" algn="bl" rotWithShape="0">
              <a:srgbClr val="4472C4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want to know! 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4"/>
          <p:cNvSpPr txBox="1">
            <a:spLocks noGrp="1"/>
          </p:cNvSpPr>
          <p:nvPr>
            <p:ph type="ctrTitle"/>
          </p:nvPr>
        </p:nvSpPr>
        <p:spPr>
          <a:xfrm>
            <a:off x="315914" y="1122363"/>
            <a:ext cx="11553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Thank you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4"/>
          <p:cNvSpPr txBox="1">
            <a:spLocks noGrp="1"/>
          </p:cNvSpPr>
          <p:nvPr>
            <p:ph type="sldNum" idx="12"/>
          </p:nvPr>
        </p:nvSpPr>
        <p:spPr>
          <a:xfrm>
            <a:off x="11828769" y="6553576"/>
            <a:ext cx="315913" cy="2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/>
              <a:t>21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8260" y="3784273"/>
            <a:ext cx="4475480" cy="485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Zscaler-corporate-template-2.5">
  <a:themeElements>
    <a:clrScheme name="Zscaler-2022+ 1">
      <a:dk1>
        <a:srgbClr val="575757"/>
      </a:dk1>
      <a:lt1>
        <a:srgbClr val="FFFFFF"/>
      </a:lt1>
      <a:dk2>
        <a:srgbClr val="012673"/>
      </a:dk2>
      <a:lt2>
        <a:srgbClr val="FFFFFF"/>
      </a:lt2>
      <a:accent1>
        <a:srgbClr val="236BF5"/>
      </a:accent1>
      <a:accent2>
        <a:srgbClr val="012673"/>
      </a:accent2>
      <a:accent3>
        <a:srgbClr val="3CA592"/>
      </a:accent3>
      <a:accent4>
        <a:srgbClr val="DC6B65"/>
      </a:accent4>
      <a:accent5>
        <a:srgbClr val="AD6FDD"/>
      </a:accent5>
      <a:accent6>
        <a:srgbClr val="1F514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Panorámica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Zscaler-corporate-template-2.5</vt:lpstr>
      <vt:lpstr>Professional Services Transition Meeting</vt:lpstr>
      <vt:lpstr>Meeting Agenda</vt:lpstr>
      <vt:lpstr>Project Summary</vt:lpstr>
      <vt:lpstr>Presentación de PowerPoint</vt:lpstr>
      <vt:lpstr>Deliverables</vt:lpstr>
      <vt:lpstr>Technical Summary</vt:lpstr>
      <vt:lpstr>Deployed ZIA Architecture</vt:lpstr>
      <vt:lpstr>Open Items</vt:lpstr>
      <vt:lpstr>Recommended Next Steps</vt:lpstr>
      <vt:lpstr>Thank you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Tracy Millar</dc:creator>
  <cp:lastModifiedBy>Alejandro Vazquez Brozos</cp:lastModifiedBy>
  <cp:revision>1</cp:revision>
  <dcterms:created xsi:type="dcterms:W3CDTF">2022-04-14T13:34:23Z</dcterms:created>
  <dcterms:modified xsi:type="dcterms:W3CDTF">2025-09-19T08:39:25Z</dcterms:modified>
</cp:coreProperties>
</file>